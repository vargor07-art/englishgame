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6" r:id="rId9"/>
    <p:sldId id="265" r:id="rId10"/>
    <p:sldId id="264" r:id="rId11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62"/>
  </p:normalViewPr>
  <p:slideViewPr>
    <p:cSldViewPr snapToGrid="0">
      <p:cViewPr varScale="1">
        <p:scale>
          <a:sx n="96" d="100"/>
          <a:sy n="96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8" name="Shape 10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55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64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Текст заголовка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0"/>
          <p:cNvSpPr/>
          <p:nvPr/>
        </p:nvSpPr>
        <p:spPr>
          <a:xfrm>
            <a:off x="5372100" y="0"/>
            <a:ext cx="3771900" cy="5143500"/>
          </a:xfrm>
          <a:prstGeom prst="rect">
            <a:avLst/>
          </a:prstGeom>
          <a:solidFill>
            <a:srgbClr val="F0DED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" name="Text 1"/>
          <p:cNvSpPr txBox="1"/>
          <p:nvPr/>
        </p:nvSpPr>
        <p:spPr>
          <a:xfrm>
            <a:off x="345051" y="1289868"/>
            <a:ext cx="4722764" cy="754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000"/>
              </a:lnSpc>
              <a:defRPr sz="2400">
                <a:solidFill>
                  <a:srgbClr val="51687F"/>
                </a:solidFill>
                <a:latin typeface="Playfair Display Semi Bold"/>
                <a:ea typeface="Playfair Display Semi Bold"/>
                <a:cs typeface="Playfair Display Semi Bold"/>
                <a:sym typeface="Playfair Display Semi Bold"/>
              </a:defRPr>
            </a:lvl1pPr>
          </a:lstStyle>
          <a:p>
            <a:r>
              <a:rPr dirty="0" err="1"/>
              <a:t>Игра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изучения</a:t>
            </a:r>
            <a:r>
              <a:rPr dirty="0"/>
              <a:t> </a:t>
            </a:r>
            <a:r>
              <a:rPr dirty="0" err="1"/>
              <a:t>английского</a:t>
            </a:r>
            <a:r>
              <a:rPr dirty="0"/>
              <a:t> </a:t>
            </a:r>
            <a:r>
              <a:rPr lang="ru-RU" dirty="0"/>
              <a:t>на основе жизненных ситуаций </a:t>
            </a:r>
            <a:endParaRPr dirty="0"/>
          </a:p>
        </p:txBody>
      </p:sp>
      <p:sp>
        <p:nvSpPr>
          <p:cNvPr id="112" name="Выполнили:…"/>
          <p:cNvSpPr txBox="1"/>
          <p:nvPr/>
        </p:nvSpPr>
        <p:spPr>
          <a:xfrm>
            <a:off x="2653177" y="2849521"/>
            <a:ext cx="2655799" cy="1501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>
                <a:solidFill>
                  <a:srgbClr val="51687F"/>
                </a:solidFill>
              </a:defRPr>
            </a:pPr>
            <a:r>
              <a:t>Выполнили:</a:t>
            </a:r>
          </a:p>
          <a:p>
            <a:pPr algn="r">
              <a:defRPr>
                <a:solidFill>
                  <a:srgbClr val="51687F"/>
                </a:solidFill>
              </a:defRPr>
            </a:pPr>
            <a:r>
              <a:t>студенты группы БПИ2504</a:t>
            </a:r>
          </a:p>
          <a:p>
            <a:pPr algn="r">
              <a:defRPr>
                <a:solidFill>
                  <a:srgbClr val="51687F"/>
                </a:solidFill>
              </a:defRPr>
            </a:pPr>
            <a:r>
              <a:t>Хаустова Ксения</a:t>
            </a:r>
          </a:p>
          <a:p>
            <a:pPr algn="r">
              <a:defRPr>
                <a:solidFill>
                  <a:srgbClr val="51687F"/>
                </a:solidFill>
              </a:defRPr>
            </a:pPr>
            <a:r>
              <a:t>Горбачева Варвара </a:t>
            </a:r>
          </a:p>
          <a:p>
            <a:pPr algn="r">
              <a:defRPr>
                <a:solidFill>
                  <a:srgbClr val="51687F"/>
                </a:solidFill>
              </a:defRPr>
            </a:pPr>
            <a:r>
              <a:t>Пенькова Наталья</a:t>
            </a:r>
          </a:p>
        </p:txBody>
      </p:sp>
      <p:pic>
        <p:nvPicPr>
          <p:cNvPr id="113" name="Изображение" descr="Изображени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621" y="1006743"/>
            <a:ext cx="3998130" cy="28932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0" y="0"/>
            <a:ext cx="3771900" cy="5143500"/>
          </a:xfrm>
          <a:prstGeom prst="rect">
            <a:avLst/>
          </a:prstGeom>
          <a:solidFill>
            <a:srgbClr val="F0DED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1" name="Text 1"/>
          <p:cNvSpPr txBox="1"/>
          <p:nvPr/>
        </p:nvSpPr>
        <p:spPr>
          <a:xfrm>
            <a:off x="3925118" y="915813"/>
            <a:ext cx="3349428" cy="37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sz="2400">
                <a:solidFill>
                  <a:srgbClr val="4B6981"/>
                </a:solidFill>
                <a:latin typeface="Playfair Display Semi Bold"/>
                <a:ea typeface="Playfair Display Semi Bold"/>
                <a:cs typeface="Playfair Display Semi Bold"/>
                <a:sym typeface="Playfair Display Semi Bold"/>
              </a:defRPr>
            </a:lvl1pPr>
          </a:lstStyle>
          <a:p>
            <a:r>
              <a:t>Цель и задачи проекта</a:t>
            </a:r>
          </a:p>
        </p:txBody>
      </p:sp>
      <p:sp>
        <p:nvSpPr>
          <p:cNvPr id="122" name="Shape 2"/>
          <p:cNvSpPr/>
          <p:nvPr/>
        </p:nvSpPr>
        <p:spPr>
          <a:xfrm>
            <a:off x="3831985" y="1516410"/>
            <a:ext cx="4722764" cy="922661"/>
          </a:xfrm>
          <a:prstGeom prst="roundRect">
            <a:avLst>
              <a:gd name="adj" fmla="val 5647"/>
            </a:avLst>
          </a:prstGeom>
          <a:solidFill>
            <a:srgbClr val="E1C2C2">
              <a:alpha val="50000"/>
            </a:srgbClr>
          </a:solidFill>
          <a:ln w="4763">
            <a:solidFill>
              <a:srgbClr val="C7A8A8"/>
            </a:solidFill>
          </a:ln>
          <a:effectLst>
            <a:outerShdw dist="15240" dir="2700000" rotWithShape="0">
              <a:srgbClr val="C7A8A8"/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23" name="Text 3"/>
          <p:cNvSpPr txBox="1"/>
          <p:nvPr/>
        </p:nvSpPr>
        <p:spPr>
          <a:xfrm>
            <a:off x="4053854" y="1618133"/>
            <a:ext cx="414984" cy="187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500"/>
              </a:lnSpc>
              <a:defRPr sz="1200">
                <a:latin typeface="Playfair Display Semi Bold"/>
                <a:ea typeface="Playfair Display Semi Bold"/>
                <a:cs typeface="Playfair Display Semi Bold"/>
                <a:sym typeface="Playfair Display Semi Bold"/>
              </a:defRPr>
            </a:lvl1pPr>
          </a:lstStyle>
          <a:p>
            <a:r>
              <a:t>Цель:</a:t>
            </a:r>
          </a:p>
        </p:txBody>
      </p:sp>
      <p:sp>
        <p:nvSpPr>
          <p:cNvPr id="124" name="Text 4"/>
          <p:cNvSpPr txBox="1"/>
          <p:nvPr/>
        </p:nvSpPr>
        <p:spPr>
          <a:xfrm>
            <a:off x="4053854" y="1927277"/>
            <a:ext cx="4465291" cy="369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900">
                <a:latin typeface="Public Sans"/>
                <a:ea typeface="Public Sans"/>
                <a:cs typeface="Public Sans"/>
                <a:sym typeface="Public Sans"/>
              </a:defRPr>
            </a:lvl1pPr>
          </a:lstStyle>
          <a:p>
            <a:r>
              <a:t>Разработать игру, которая учит живому разговору на английском через интерактивные диалоги.</a:t>
            </a:r>
          </a:p>
        </p:txBody>
      </p:sp>
      <p:sp>
        <p:nvSpPr>
          <p:cNvPr id="125" name="Shape 5"/>
          <p:cNvSpPr/>
          <p:nvPr/>
        </p:nvSpPr>
        <p:spPr>
          <a:xfrm>
            <a:off x="3831985" y="2462333"/>
            <a:ext cx="4722764" cy="1691581"/>
          </a:xfrm>
          <a:prstGeom prst="roundRect">
            <a:avLst>
              <a:gd name="adj" fmla="val 3080"/>
            </a:avLst>
          </a:prstGeom>
          <a:solidFill>
            <a:srgbClr val="CCC4EC">
              <a:alpha val="50000"/>
            </a:srgbClr>
          </a:solidFill>
          <a:ln w="4763">
            <a:solidFill>
              <a:srgbClr val="B2AAD2"/>
            </a:solidFill>
          </a:ln>
          <a:effectLst>
            <a:outerShdw dist="15240" dir="2700000" rotWithShape="0">
              <a:srgbClr val="B2AAD2"/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26" name="Text 6"/>
          <p:cNvSpPr txBox="1"/>
          <p:nvPr/>
        </p:nvSpPr>
        <p:spPr>
          <a:xfrm>
            <a:off x="4053854" y="2664767"/>
            <a:ext cx="546994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500"/>
              </a:lnSpc>
              <a:defRPr sz="1200">
                <a:latin typeface="Playfair Display Semi Bold"/>
                <a:ea typeface="Playfair Display Semi Bold"/>
                <a:cs typeface="Playfair Display Semi Bold"/>
                <a:sym typeface="Playfair Display Semi Bold"/>
              </a:defRPr>
            </a:lvl1pPr>
          </a:lstStyle>
          <a:p>
            <a:r>
              <a:t>Задачи</a:t>
            </a:r>
          </a:p>
        </p:txBody>
      </p:sp>
      <p:sp>
        <p:nvSpPr>
          <p:cNvPr id="127" name="Text 7"/>
          <p:cNvSpPr txBox="1"/>
          <p:nvPr/>
        </p:nvSpPr>
        <p:spPr>
          <a:xfrm>
            <a:off x="4053854" y="2933030"/>
            <a:ext cx="4465291" cy="7501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1500"/>
              </a:lnSpc>
              <a:buSzPct val="100000"/>
              <a:buChar char="•"/>
              <a:defRPr sz="900">
                <a:latin typeface="Public Sans"/>
                <a:ea typeface="Public Sans"/>
                <a:cs typeface="Public Sans"/>
                <a:sym typeface="Public Sans"/>
              </a:defRPr>
            </a:pPr>
            <a:r>
              <a:t>Написать сценарии диалогов для реальных локаций</a:t>
            </a:r>
          </a:p>
          <a:p>
            <a:pPr marL="342900" indent="-342900">
              <a:lnSpc>
                <a:spcPts val="1500"/>
              </a:lnSpc>
              <a:buSzPct val="100000"/>
              <a:buChar char="•"/>
              <a:defRPr sz="900">
                <a:latin typeface="Public Sans"/>
                <a:ea typeface="Public Sans"/>
                <a:cs typeface="Public Sans"/>
                <a:sym typeface="Public Sans"/>
              </a:defRPr>
            </a:pPr>
            <a:r>
              <a:t>Создать игровой движок с системой баллов</a:t>
            </a:r>
          </a:p>
          <a:p>
            <a:pPr marL="342900" indent="-342900">
              <a:lnSpc>
                <a:spcPts val="1500"/>
              </a:lnSpc>
              <a:buSzPct val="100000"/>
              <a:buChar char="•"/>
              <a:defRPr sz="900">
                <a:latin typeface="Public Sans"/>
                <a:ea typeface="Public Sans"/>
                <a:cs typeface="Public Sans"/>
                <a:sym typeface="Public Sans"/>
              </a:defRPr>
            </a:pPr>
            <a:r>
              <a:t>Разработать понятный интерфейс</a:t>
            </a:r>
          </a:p>
        </p:txBody>
      </p:sp>
      <p:pic>
        <p:nvPicPr>
          <p:cNvPr id="128" name="Изображение" descr="Изображени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2" y="781032"/>
            <a:ext cx="3581436" cy="35814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0"/>
          <p:cNvSpPr/>
          <p:nvPr/>
        </p:nvSpPr>
        <p:spPr>
          <a:xfrm>
            <a:off x="0" y="0"/>
            <a:ext cx="3771900" cy="5143500"/>
          </a:xfrm>
          <a:prstGeom prst="rect">
            <a:avLst/>
          </a:prstGeom>
          <a:solidFill>
            <a:srgbClr val="F0DED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6" name="Text 1"/>
          <p:cNvSpPr txBox="1"/>
          <p:nvPr/>
        </p:nvSpPr>
        <p:spPr>
          <a:xfrm>
            <a:off x="3925118" y="1495796"/>
            <a:ext cx="4722764" cy="75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000"/>
              </a:lnSpc>
              <a:defRPr sz="2400">
                <a:solidFill>
                  <a:srgbClr val="4B6981"/>
                </a:solidFill>
                <a:latin typeface="Playfair Display Semi Bold"/>
                <a:ea typeface="Playfair Display Semi Bold"/>
                <a:cs typeface="Playfair Display Semi Bold"/>
                <a:sym typeface="Playfair Display Semi Bold"/>
              </a:defRPr>
            </a:lvl1pPr>
          </a:lstStyle>
          <a:p>
            <a:r>
              <a:rPr dirty="0" err="1"/>
              <a:t>Актуальность</a:t>
            </a:r>
            <a:r>
              <a:rPr dirty="0"/>
              <a:t>- </a:t>
            </a:r>
            <a:r>
              <a:rPr dirty="0" err="1"/>
              <a:t>почему</a:t>
            </a:r>
            <a:r>
              <a:rPr dirty="0"/>
              <a:t> </a:t>
            </a:r>
            <a:r>
              <a:rPr lang="ru-RU" dirty="0"/>
              <a:t>игра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сейчас</a:t>
            </a:r>
            <a:endParaRPr dirty="0"/>
          </a:p>
        </p:txBody>
      </p:sp>
      <p:sp>
        <p:nvSpPr>
          <p:cNvPr id="117" name="Text 2"/>
          <p:cNvSpPr txBox="1"/>
          <p:nvPr/>
        </p:nvSpPr>
        <p:spPr>
          <a:xfrm>
            <a:off x="3925118" y="2456928"/>
            <a:ext cx="4722764" cy="940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900">
                <a:solidFill>
                  <a:srgbClr val="6F655D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</a:lstStyle>
          <a:p>
            <a:r>
              <a:t>Большинство людей изучают английский годами и знают сотни слов, но в реальной беседе не могут нормально им пользоваться. Учебники и упражнения фокусируются на правилах, переводах и пассивной лексике - не на динамике живого диалога. KVN заполняет этот разрыв: предлагает тренировки в реалистичных ситуациях, где важно правильно ответить.</a:t>
            </a:r>
          </a:p>
        </p:txBody>
      </p:sp>
      <p:pic>
        <p:nvPicPr>
          <p:cNvPr id="118" name="Изображение" descr="Изображени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2831" y="1146332"/>
            <a:ext cx="3674824" cy="24050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1"/>
          <p:cNvSpPr txBox="1"/>
          <p:nvPr/>
        </p:nvSpPr>
        <p:spPr>
          <a:xfrm>
            <a:off x="3174649" y="379585"/>
            <a:ext cx="2794702" cy="3778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sz="2500">
                <a:solidFill>
                  <a:srgbClr val="4B6981"/>
                </a:solidFill>
                <a:latin typeface="Playfair Display Semi Bold"/>
                <a:ea typeface="Playfair Display Semi Bold"/>
                <a:cs typeface="Playfair Display Semi Bold"/>
                <a:sym typeface="Playfair Display Semi Bold"/>
              </a:defRPr>
            </a:lvl1pPr>
          </a:lstStyle>
          <a:p>
            <a:r>
              <a:t>Как работает игра</a:t>
            </a:r>
          </a:p>
        </p:txBody>
      </p:sp>
      <p:sp>
        <p:nvSpPr>
          <p:cNvPr id="131" name="Text 2"/>
          <p:cNvSpPr txBox="1"/>
          <p:nvPr/>
        </p:nvSpPr>
        <p:spPr>
          <a:xfrm>
            <a:off x="4350540" y="1613638"/>
            <a:ext cx="4722764" cy="1139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500"/>
              </a:lnSpc>
              <a:defRPr sz="1200">
                <a:solidFill>
                  <a:srgbClr val="6F655D"/>
                </a:solidFill>
                <a:latin typeface="Public Sans"/>
                <a:ea typeface="Public Sans"/>
                <a:cs typeface="Public Sans"/>
                <a:sym typeface="Public Sans"/>
              </a:defRPr>
            </a:pPr>
            <a:r>
              <a:t>Суть: игрок попадает в жизненную ситуацию - аэропорт, магазин. </a:t>
            </a:r>
          </a:p>
          <a:p>
            <a:pPr algn="just">
              <a:lnSpc>
                <a:spcPts val="1500"/>
              </a:lnSpc>
              <a:defRPr sz="1200">
                <a:solidFill>
                  <a:srgbClr val="6F655D"/>
                </a:solidFill>
                <a:latin typeface="Public Sans"/>
                <a:ea typeface="Public Sans"/>
                <a:cs typeface="Public Sans"/>
                <a:sym typeface="Public Sans"/>
              </a:defRPr>
            </a:pPr>
            <a:r>
              <a:t>Начинается диалог с персонажем. </a:t>
            </a:r>
          </a:p>
          <a:p>
            <a:pPr algn="just">
              <a:lnSpc>
                <a:spcPts val="1500"/>
              </a:lnSpc>
              <a:defRPr sz="1200">
                <a:solidFill>
                  <a:srgbClr val="6F655D"/>
                </a:solidFill>
                <a:latin typeface="Public Sans"/>
                <a:ea typeface="Public Sans"/>
                <a:cs typeface="Public Sans"/>
                <a:sym typeface="Public Sans"/>
              </a:defRPr>
            </a:pPr>
            <a:r>
              <a:t>Игроку предлагается несколько вариантов ответа, из которых нужно выбрать правильный. За каждый верный ответ начисляются баллы, за неверный - списываются.</a:t>
            </a:r>
          </a:p>
        </p:txBody>
      </p:sp>
      <p:sp>
        <p:nvSpPr>
          <p:cNvPr id="132" name="Text 3"/>
          <p:cNvSpPr txBox="1"/>
          <p:nvPr/>
        </p:nvSpPr>
        <p:spPr>
          <a:xfrm>
            <a:off x="4867377" y="3033795"/>
            <a:ext cx="797844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500"/>
              </a:lnSpc>
              <a:defRPr sz="1200">
                <a:solidFill>
                  <a:srgbClr val="6F655D"/>
                </a:solidFill>
                <a:latin typeface="Playfair Display Semi Bold"/>
                <a:ea typeface="Playfair Display Semi Bold"/>
                <a:cs typeface="Playfair Display Semi Bold"/>
                <a:sym typeface="Playfair Display Semi Bold"/>
              </a:defRPr>
            </a:lvl1pPr>
          </a:lstStyle>
          <a:p>
            <a:r>
              <a:t>Правильно</a:t>
            </a:r>
          </a:p>
        </p:txBody>
      </p:sp>
      <p:sp>
        <p:nvSpPr>
          <p:cNvPr id="133" name="Text 4"/>
          <p:cNvSpPr txBox="1"/>
          <p:nvPr/>
        </p:nvSpPr>
        <p:spPr>
          <a:xfrm>
            <a:off x="4653923" y="3383052"/>
            <a:ext cx="1826023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500"/>
              </a:lnSpc>
              <a:defRPr sz="1200">
                <a:solidFill>
                  <a:srgbClr val="6F655D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</a:lstStyle>
          <a:p>
            <a:r>
              <a:t>Добавляются баллы +10.</a:t>
            </a:r>
          </a:p>
        </p:txBody>
      </p:sp>
      <p:sp>
        <p:nvSpPr>
          <p:cNvPr id="134" name="Text 5"/>
          <p:cNvSpPr txBox="1"/>
          <p:nvPr/>
        </p:nvSpPr>
        <p:spPr>
          <a:xfrm>
            <a:off x="7111558" y="3033795"/>
            <a:ext cx="967359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500"/>
              </a:lnSpc>
              <a:defRPr sz="1200">
                <a:solidFill>
                  <a:srgbClr val="6F655D"/>
                </a:solidFill>
                <a:latin typeface="Playfair Display Semi Bold"/>
                <a:ea typeface="Playfair Display Semi Bold"/>
                <a:cs typeface="Playfair Display Semi Bold"/>
                <a:sym typeface="Playfair Display Semi Bold"/>
              </a:defRPr>
            </a:lvl1pPr>
          </a:lstStyle>
          <a:p>
            <a:r>
              <a:t>Неправильно</a:t>
            </a:r>
          </a:p>
        </p:txBody>
      </p:sp>
      <p:sp>
        <p:nvSpPr>
          <p:cNvPr id="135" name="Text 6"/>
          <p:cNvSpPr txBox="1"/>
          <p:nvPr/>
        </p:nvSpPr>
        <p:spPr>
          <a:xfrm>
            <a:off x="7102414" y="3383052"/>
            <a:ext cx="130996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500"/>
              </a:lnSpc>
              <a:defRPr sz="1200">
                <a:solidFill>
                  <a:srgbClr val="6F655D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</a:lstStyle>
          <a:p>
            <a:r>
              <a:t>Минус баллы -10. </a:t>
            </a:r>
          </a:p>
        </p:txBody>
      </p:sp>
      <p:pic>
        <p:nvPicPr>
          <p:cNvPr id="136" name="photo_2026-05-15 00.04.54.jpeg" descr="photo_2026-05-15 00.04.54.jpe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1493" y="1125735"/>
            <a:ext cx="4131289" cy="28919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 txBox="1"/>
          <p:nvPr/>
        </p:nvSpPr>
        <p:spPr>
          <a:xfrm>
            <a:off x="1375891" y="385933"/>
            <a:ext cx="6392218" cy="3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sz="2400">
                <a:solidFill>
                  <a:srgbClr val="4B6981"/>
                </a:solidFill>
                <a:latin typeface="Playfair Display Semi Bold"/>
                <a:ea typeface="Playfair Display Semi Bold"/>
                <a:cs typeface="Playfair Display Semi Bold"/>
                <a:sym typeface="Playfair Display Semi Bold"/>
              </a:defRPr>
            </a:lvl1pPr>
          </a:lstStyle>
          <a:p>
            <a:r>
              <a:t>Локации - реальные ситуации для практики</a:t>
            </a:r>
          </a:p>
        </p:txBody>
      </p:sp>
      <p:sp>
        <p:nvSpPr>
          <p:cNvPr id="139" name="Text 1"/>
          <p:cNvSpPr txBox="1"/>
          <p:nvPr/>
        </p:nvSpPr>
        <p:spPr>
          <a:xfrm>
            <a:off x="1612761" y="1070128"/>
            <a:ext cx="974955" cy="207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500"/>
              </a:lnSpc>
              <a:defRPr sz="1900">
                <a:solidFill>
                  <a:srgbClr val="6F655D"/>
                </a:solidFill>
                <a:latin typeface="Playfair Display Semi Bold"/>
                <a:ea typeface="Playfair Display Semi Bold"/>
                <a:cs typeface="Playfair Display Semi Bold"/>
                <a:sym typeface="Playfair Display Semi Bold"/>
              </a:defRPr>
            </a:lvl1pPr>
          </a:lstStyle>
          <a:p>
            <a:r>
              <a:t>Магазин</a:t>
            </a:r>
          </a:p>
        </p:txBody>
      </p:sp>
      <p:sp>
        <p:nvSpPr>
          <p:cNvPr id="140" name="Text 5"/>
          <p:cNvSpPr txBox="1"/>
          <p:nvPr/>
        </p:nvSpPr>
        <p:spPr>
          <a:xfrm>
            <a:off x="6196857" y="1070128"/>
            <a:ext cx="1091011" cy="207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500"/>
              </a:lnSpc>
              <a:defRPr sz="1900">
                <a:solidFill>
                  <a:srgbClr val="6F655D"/>
                </a:solidFill>
                <a:latin typeface="Playfair Display Semi Bold"/>
                <a:ea typeface="Playfair Display Semi Bold"/>
                <a:cs typeface="Playfair Display Semi Bold"/>
                <a:sym typeface="Playfair Display Semi Bold"/>
              </a:defRPr>
            </a:lvl1pPr>
          </a:lstStyle>
          <a:p>
            <a:r>
              <a:t>Аэропорт</a:t>
            </a:r>
          </a:p>
        </p:txBody>
      </p:sp>
      <p:pic>
        <p:nvPicPr>
          <p:cNvPr id="141" name="74571356 (1).png" descr="74571356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48" y="1445035"/>
            <a:ext cx="3619782" cy="27027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2" name="e8c1c065 2 (1).png" descr="e8c1c065 2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401" y="1390458"/>
            <a:ext cx="2811923" cy="28119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 txBox="1"/>
          <p:nvPr/>
        </p:nvSpPr>
        <p:spPr>
          <a:xfrm>
            <a:off x="465638" y="459576"/>
            <a:ext cx="3728940" cy="37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sz="2400">
                <a:solidFill>
                  <a:srgbClr val="4B6981"/>
                </a:solidFill>
                <a:latin typeface="Playfair Display Semi Bold"/>
                <a:ea typeface="Playfair Display Semi Bold"/>
                <a:cs typeface="Playfair Display Semi Bold"/>
                <a:sym typeface="Playfair Display Semi Bold"/>
              </a:defRPr>
            </a:lvl1pPr>
          </a:lstStyle>
          <a:p>
            <a:r>
              <a:t>Пример игрового диалога</a:t>
            </a:r>
          </a:p>
        </p:txBody>
      </p:sp>
      <p:sp>
        <p:nvSpPr>
          <p:cNvPr id="145" name="Text 2"/>
          <p:cNvSpPr txBox="1"/>
          <p:nvPr/>
        </p:nvSpPr>
        <p:spPr>
          <a:xfrm>
            <a:off x="5150056" y="1483700"/>
            <a:ext cx="815951" cy="190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500"/>
              </a:lnSpc>
              <a:defRPr sz="1300">
                <a:solidFill>
                  <a:srgbClr val="6F655D"/>
                </a:solidFill>
                <a:latin typeface="Playfair Display Semi Bold"/>
                <a:ea typeface="Playfair Display Semi Bold"/>
                <a:cs typeface="Playfair Display Semi Bold"/>
                <a:sym typeface="Playfair Display Semi Bold"/>
              </a:defRPr>
            </a:lvl1pPr>
          </a:lstStyle>
          <a:p>
            <a:r>
              <a:t>Вариант A</a:t>
            </a:r>
          </a:p>
        </p:txBody>
      </p:sp>
      <p:sp>
        <p:nvSpPr>
          <p:cNvPr id="146" name="Text 3"/>
          <p:cNvSpPr txBox="1"/>
          <p:nvPr/>
        </p:nvSpPr>
        <p:spPr>
          <a:xfrm>
            <a:off x="5150056" y="1751963"/>
            <a:ext cx="2613869" cy="3808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1300">
                <a:solidFill>
                  <a:srgbClr val="6F655D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</a:lstStyle>
          <a:p>
            <a:r>
              <a:t> +10 (правильный и полезный ответ)</a:t>
            </a:r>
          </a:p>
        </p:txBody>
      </p:sp>
      <p:sp>
        <p:nvSpPr>
          <p:cNvPr id="147" name="Text 4"/>
          <p:cNvSpPr txBox="1"/>
          <p:nvPr/>
        </p:nvSpPr>
        <p:spPr>
          <a:xfrm>
            <a:off x="5150018" y="2679256"/>
            <a:ext cx="824981" cy="190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500"/>
              </a:lnSpc>
              <a:defRPr sz="1300">
                <a:solidFill>
                  <a:srgbClr val="6F655D"/>
                </a:solidFill>
                <a:latin typeface="Playfair Display Semi Bold"/>
                <a:ea typeface="Playfair Display Semi Bold"/>
                <a:cs typeface="Playfair Display Semi Bold"/>
                <a:sym typeface="Playfair Display Semi Bold"/>
              </a:defRPr>
            </a:lvl1pPr>
          </a:lstStyle>
          <a:p>
            <a:r>
              <a:t>Вариант B</a:t>
            </a:r>
          </a:p>
        </p:txBody>
      </p:sp>
      <p:sp>
        <p:nvSpPr>
          <p:cNvPr id="148" name="Text 5"/>
          <p:cNvSpPr txBox="1"/>
          <p:nvPr/>
        </p:nvSpPr>
        <p:spPr>
          <a:xfrm>
            <a:off x="5150018" y="2947519"/>
            <a:ext cx="2613944" cy="190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1300">
                <a:solidFill>
                  <a:srgbClr val="6F655D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</a:lstStyle>
          <a:p>
            <a:r>
              <a:t>  −10 (неправильные ответ )</a:t>
            </a:r>
          </a:p>
        </p:txBody>
      </p:sp>
      <p:sp>
        <p:nvSpPr>
          <p:cNvPr id="149" name="Text 6"/>
          <p:cNvSpPr txBox="1"/>
          <p:nvPr/>
        </p:nvSpPr>
        <p:spPr>
          <a:xfrm>
            <a:off x="5145852" y="3854492"/>
            <a:ext cx="834089" cy="190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500"/>
              </a:lnSpc>
              <a:defRPr sz="1300">
                <a:solidFill>
                  <a:srgbClr val="6F655D"/>
                </a:solidFill>
                <a:latin typeface="Playfair Display Semi Bold"/>
                <a:ea typeface="Playfair Display Semi Bold"/>
                <a:cs typeface="Playfair Display Semi Bold"/>
                <a:sym typeface="Playfair Display Semi Bold"/>
              </a:defRPr>
            </a:lvl1pPr>
          </a:lstStyle>
          <a:p>
            <a:r>
              <a:t>Вариант C</a:t>
            </a:r>
          </a:p>
        </p:txBody>
      </p:sp>
      <p:sp>
        <p:nvSpPr>
          <p:cNvPr id="150" name="Text 7"/>
          <p:cNvSpPr txBox="1"/>
          <p:nvPr/>
        </p:nvSpPr>
        <p:spPr>
          <a:xfrm>
            <a:off x="5154186" y="4143075"/>
            <a:ext cx="2613944" cy="190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1300">
                <a:solidFill>
                  <a:srgbClr val="6F655D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</a:lstStyle>
          <a:p>
            <a:r>
              <a:t>−10 (неуместный)</a:t>
            </a:r>
          </a:p>
        </p:txBody>
      </p:sp>
      <p:pic>
        <p:nvPicPr>
          <p:cNvPr id="151" name="photo_2026-05-15 00.02.21.jpeg" descr="photo_2026-05-15 00.02.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07" y="1167473"/>
            <a:ext cx="4474541" cy="3279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 txBox="1"/>
          <p:nvPr/>
        </p:nvSpPr>
        <p:spPr>
          <a:xfrm>
            <a:off x="412321" y="539882"/>
            <a:ext cx="3487701" cy="380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sz="2600">
                <a:solidFill>
                  <a:srgbClr val="4B6981"/>
                </a:solidFill>
                <a:latin typeface="Playfair Display Semi Bold"/>
                <a:ea typeface="Playfair Display Semi Bold"/>
                <a:cs typeface="Playfair Display Semi Bold"/>
                <a:sym typeface="Playfair Display Semi Bold"/>
              </a:defRPr>
            </a:lvl1pPr>
          </a:lstStyle>
          <a:p>
            <a:r>
              <a:t>Как реализована игра</a:t>
            </a:r>
          </a:p>
        </p:txBody>
      </p:sp>
      <p:sp>
        <p:nvSpPr>
          <p:cNvPr id="154" name="Shape 2"/>
          <p:cNvSpPr/>
          <p:nvPr/>
        </p:nvSpPr>
        <p:spPr>
          <a:xfrm>
            <a:off x="500881" y="1550862"/>
            <a:ext cx="8142238" cy="35681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5" name="Shape 8"/>
          <p:cNvSpPr/>
          <p:nvPr/>
        </p:nvSpPr>
        <p:spPr>
          <a:xfrm>
            <a:off x="500881" y="2264493"/>
            <a:ext cx="8142238" cy="35681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6" name="Text 20"/>
          <p:cNvSpPr txBox="1"/>
          <p:nvPr/>
        </p:nvSpPr>
        <p:spPr>
          <a:xfrm>
            <a:off x="398369" y="1448790"/>
            <a:ext cx="8151764" cy="1111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spcBef>
                <a:spcPts val="1600"/>
              </a:spcBef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Python - основа всей игры. На нём написан движок, логика диалогов, система баллов.</a:t>
            </a:r>
          </a:p>
          <a:p>
            <a:pPr defTabSz="457200">
              <a:spcBef>
                <a:spcPts val="1600"/>
              </a:spcBef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Pygame - отвечает за графику: зарисовка фонов, кнопок, анимация правильных и неправильных ответов.</a:t>
            </a:r>
          </a:p>
        </p:txBody>
      </p:sp>
      <p:pic>
        <p:nvPicPr>
          <p:cNvPr id="157" name="184627.jpg" descr="184627.jpg"/>
          <p:cNvPicPr>
            <a:picLocks noChangeAspect="1"/>
          </p:cNvPicPr>
          <p:nvPr/>
        </p:nvPicPr>
        <p:blipFill>
          <a:blip r:embed="rId2"/>
          <a:srcRect l="6664" t="9311" r="1"/>
          <a:stretch>
            <a:fillRect/>
          </a:stretch>
        </p:blipFill>
        <p:spPr>
          <a:xfrm>
            <a:off x="5181231" y="2866513"/>
            <a:ext cx="3978323" cy="22082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1" h="21600" extrusionOk="0">
                <a:moveTo>
                  <a:pt x="802" y="0"/>
                </a:moveTo>
                <a:cubicBezTo>
                  <a:pt x="611" y="0"/>
                  <a:pt x="505" y="29"/>
                  <a:pt x="440" y="86"/>
                </a:cubicBezTo>
                <a:cubicBezTo>
                  <a:pt x="399" y="121"/>
                  <a:pt x="352" y="148"/>
                  <a:pt x="334" y="148"/>
                </a:cubicBezTo>
                <a:cubicBezTo>
                  <a:pt x="281" y="148"/>
                  <a:pt x="176" y="299"/>
                  <a:pt x="106" y="474"/>
                </a:cubicBezTo>
                <a:cubicBezTo>
                  <a:pt x="-9" y="760"/>
                  <a:pt x="-5" y="721"/>
                  <a:pt x="5" y="1569"/>
                </a:cubicBezTo>
                <a:cubicBezTo>
                  <a:pt x="24" y="3220"/>
                  <a:pt x="32" y="3501"/>
                  <a:pt x="58" y="3537"/>
                </a:cubicBezTo>
                <a:cubicBezTo>
                  <a:pt x="77" y="3562"/>
                  <a:pt x="85" y="3675"/>
                  <a:pt x="91" y="3964"/>
                </a:cubicBezTo>
                <a:cubicBezTo>
                  <a:pt x="108" y="4799"/>
                  <a:pt x="131" y="5325"/>
                  <a:pt x="151" y="5361"/>
                </a:cubicBezTo>
                <a:cubicBezTo>
                  <a:pt x="165" y="5387"/>
                  <a:pt x="172" y="5564"/>
                  <a:pt x="173" y="5920"/>
                </a:cubicBezTo>
                <a:cubicBezTo>
                  <a:pt x="173" y="6293"/>
                  <a:pt x="181" y="6479"/>
                  <a:pt x="198" y="6569"/>
                </a:cubicBezTo>
                <a:cubicBezTo>
                  <a:pt x="212" y="6638"/>
                  <a:pt x="224" y="6787"/>
                  <a:pt x="224" y="6903"/>
                </a:cubicBezTo>
                <a:cubicBezTo>
                  <a:pt x="224" y="7026"/>
                  <a:pt x="235" y="7152"/>
                  <a:pt x="250" y="7205"/>
                </a:cubicBezTo>
                <a:cubicBezTo>
                  <a:pt x="269" y="7270"/>
                  <a:pt x="276" y="7396"/>
                  <a:pt x="276" y="7648"/>
                </a:cubicBezTo>
                <a:cubicBezTo>
                  <a:pt x="276" y="7849"/>
                  <a:pt x="283" y="8009"/>
                  <a:pt x="293" y="8021"/>
                </a:cubicBezTo>
                <a:cubicBezTo>
                  <a:pt x="304" y="8032"/>
                  <a:pt x="312" y="8223"/>
                  <a:pt x="313" y="8486"/>
                </a:cubicBezTo>
                <a:cubicBezTo>
                  <a:pt x="313" y="8815"/>
                  <a:pt x="320" y="8957"/>
                  <a:pt x="338" y="9014"/>
                </a:cubicBezTo>
                <a:cubicBezTo>
                  <a:pt x="358" y="9075"/>
                  <a:pt x="364" y="9230"/>
                  <a:pt x="364" y="9682"/>
                </a:cubicBezTo>
                <a:cubicBezTo>
                  <a:pt x="365" y="10040"/>
                  <a:pt x="371" y="10280"/>
                  <a:pt x="382" y="10292"/>
                </a:cubicBezTo>
                <a:cubicBezTo>
                  <a:pt x="392" y="10303"/>
                  <a:pt x="398" y="10499"/>
                  <a:pt x="399" y="10773"/>
                </a:cubicBezTo>
                <a:cubicBezTo>
                  <a:pt x="399" y="11130"/>
                  <a:pt x="407" y="11250"/>
                  <a:pt x="427" y="11297"/>
                </a:cubicBezTo>
                <a:cubicBezTo>
                  <a:pt x="446" y="11342"/>
                  <a:pt x="453" y="11453"/>
                  <a:pt x="453" y="11716"/>
                </a:cubicBezTo>
                <a:cubicBezTo>
                  <a:pt x="453" y="11911"/>
                  <a:pt x="459" y="12076"/>
                  <a:pt x="468" y="12085"/>
                </a:cubicBezTo>
                <a:cubicBezTo>
                  <a:pt x="476" y="12094"/>
                  <a:pt x="485" y="12241"/>
                  <a:pt x="489" y="12411"/>
                </a:cubicBezTo>
                <a:cubicBezTo>
                  <a:pt x="494" y="12581"/>
                  <a:pt x="508" y="12750"/>
                  <a:pt x="519" y="12788"/>
                </a:cubicBezTo>
                <a:cubicBezTo>
                  <a:pt x="532" y="12832"/>
                  <a:pt x="538" y="13045"/>
                  <a:pt x="539" y="13374"/>
                </a:cubicBezTo>
                <a:cubicBezTo>
                  <a:pt x="539" y="13776"/>
                  <a:pt x="547" y="13901"/>
                  <a:pt x="567" y="13948"/>
                </a:cubicBezTo>
                <a:cubicBezTo>
                  <a:pt x="585" y="13992"/>
                  <a:pt x="590" y="14094"/>
                  <a:pt x="590" y="14302"/>
                </a:cubicBezTo>
                <a:cubicBezTo>
                  <a:pt x="590" y="14462"/>
                  <a:pt x="600" y="14602"/>
                  <a:pt x="610" y="14612"/>
                </a:cubicBezTo>
                <a:cubicBezTo>
                  <a:pt x="619" y="14623"/>
                  <a:pt x="627" y="14679"/>
                  <a:pt x="627" y="14737"/>
                </a:cubicBezTo>
                <a:cubicBezTo>
                  <a:pt x="627" y="14801"/>
                  <a:pt x="637" y="14850"/>
                  <a:pt x="653" y="14861"/>
                </a:cubicBezTo>
                <a:cubicBezTo>
                  <a:pt x="667" y="14871"/>
                  <a:pt x="679" y="14901"/>
                  <a:pt x="679" y="14927"/>
                </a:cubicBezTo>
                <a:cubicBezTo>
                  <a:pt x="679" y="15004"/>
                  <a:pt x="776" y="15160"/>
                  <a:pt x="875" y="15241"/>
                </a:cubicBezTo>
                <a:cubicBezTo>
                  <a:pt x="1101" y="15428"/>
                  <a:pt x="1193" y="15461"/>
                  <a:pt x="1478" y="15459"/>
                </a:cubicBezTo>
                <a:cubicBezTo>
                  <a:pt x="1630" y="15458"/>
                  <a:pt x="1754" y="15442"/>
                  <a:pt x="1767" y="15424"/>
                </a:cubicBezTo>
                <a:cubicBezTo>
                  <a:pt x="1779" y="15406"/>
                  <a:pt x="1872" y="15384"/>
                  <a:pt x="1973" y="15373"/>
                </a:cubicBezTo>
                <a:cubicBezTo>
                  <a:pt x="2379" y="15329"/>
                  <a:pt x="2563" y="15303"/>
                  <a:pt x="2583" y="15280"/>
                </a:cubicBezTo>
                <a:cubicBezTo>
                  <a:pt x="2603" y="15258"/>
                  <a:pt x="2685" y="15241"/>
                  <a:pt x="2925" y="15214"/>
                </a:cubicBezTo>
                <a:cubicBezTo>
                  <a:pt x="3196" y="15184"/>
                  <a:pt x="3338" y="15157"/>
                  <a:pt x="3442" y="15113"/>
                </a:cubicBezTo>
                <a:cubicBezTo>
                  <a:pt x="3505" y="15087"/>
                  <a:pt x="3610" y="15051"/>
                  <a:pt x="3677" y="15035"/>
                </a:cubicBezTo>
                <a:cubicBezTo>
                  <a:pt x="3744" y="15020"/>
                  <a:pt x="3848" y="14992"/>
                  <a:pt x="3905" y="14973"/>
                </a:cubicBezTo>
                <a:cubicBezTo>
                  <a:pt x="3963" y="14955"/>
                  <a:pt x="4111" y="14927"/>
                  <a:pt x="4235" y="14911"/>
                </a:cubicBezTo>
                <a:cubicBezTo>
                  <a:pt x="4358" y="14895"/>
                  <a:pt x="4523" y="14865"/>
                  <a:pt x="4601" y="14845"/>
                </a:cubicBezTo>
                <a:cubicBezTo>
                  <a:pt x="4679" y="14825"/>
                  <a:pt x="4776" y="14808"/>
                  <a:pt x="4814" y="14806"/>
                </a:cubicBezTo>
                <a:lnTo>
                  <a:pt x="4883" y="14803"/>
                </a:lnTo>
                <a:lnTo>
                  <a:pt x="4877" y="14958"/>
                </a:lnTo>
                <a:cubicBezTo>
                  <a:pt x="4874" y="15044"/>
                  <a:pt x="4860" y="15144"/>
                  <a:pt x="4847" y="15179"/>
                </a:cubicBezTo>
                <a:cubicBezTo>
                  <a:pt x="4833" y="15214"/>
                  <a:pt x="4823" y="15263"/>
                  <a:pt x="4823" y="15292"/>
                </a:cubicBezTo>
                <a:cubicBezTo>
                  <a:pt x="4823" y="15394"/>
                  <a:pt x="4769" y="15533"/>
                  <a:pt x="4704" y="15598"/>
                </a:cubicBezTo>
                <a:cubicBezTo>
                  <a:pt x="4651" y="15652"/>
                  <a:pt x="4476" y="15721"/>
                  <a:pt x="4437" y="15703"/>
                </a:cubicBezTo>
                <a:cubicBezTo>
                  <a:pt x="4433" y="15701"/>
                  <a:pt x="4396" y="15720"/>
                  <a:pt x="4356" y="15746"/>
                </a:cubicBezTo>
                <a:cubicBezTo>
                  <a:pt x="4315" y="15772"/>
                  <a:pt x="4248" y="15801"/>
                  <a:pt x="4207" y="15812"/>
                </a:cubicBezTo>
                <a:cubicBezTo>
                  <a:pt x="4166" y="15823"/>
                  <a:pt x="4126" y="15846"/>
                  <a:pt x="4116" y="15862"/>
                </a:cubicBezTo>
                <a:cubicBezTo>
                  <a:pt x="4107" y="15878"/>
                  <a:pt x="4069" y="15890"/>
                  <a:pt x="4032" y="15890"/>
                </a:cubicBezTo>
                <a:cubicBezTo>
                  <a:pt x="3995" y="15890"/>
                  <a:pt x="3934" y="15917"/>
                  <a:pt x="3897" y="15952"/>
                </a:cubicBezTo>
                <a:cubicBezTo>
                  <a:pt x="3859" y="15986"/>
                  <a:pt x="3817" y="16018"/>
                  <a:pt x="3804" y="16018"/>
                </a:cubicBezTo>
                <a:cubicBezTo>
                  <a:pt x="3768" y="16018"/>
                  <a:pt x="3651" y="16216"/>
                  <a:pt x="3651" y="16278"/>
                </a:cubicBezTo>
                <a:cubicBezTo>
                  <a:pt x="3651" y="16308"/>
                  <a:pt x="3641" y="16361"/>
                  <a:pt x="3630" y="16394"/>
                </a:cubicBezTo>
                <a:cubicBezTo>
                  <a:pt x="3612" y="16444"/>
                  <a:pt x="3615" y="16477"/>
                  <a:pt x="3643" y="16573"/>
                </a:cubicBezTo>
                <a:cubicBezTo>
                  <a:pt x="3683" y="16712"/>
                  <a:pt x="3748" y="16782"/>
                  <a:pt x="3879" y="16833"/>
                </a:cubicBezTo>
                <a:cubicBezTo>
                  <a:pt x="3932" y="16853"/>
                  <a:pt x="4016" y="16887"/>
                  <a:pt x="4067" y="16907"/>
                </a:cubicBezTo>
                <a:cubicBezTo>
                  <a:pt x="4118" y="16926"/>
                  <a:pt x="4163" y="16954"/>
                  <a:pt x="4168" y="16969"/>
                </a:cubicBezTo>
                <a:cubicBezTo>
                  <a:pt x="4173" y="16983"/>
                  <a:pt x="4212" y="16996"/>
                  <a:pt x="4252" y="16996"/>
                </a:cubicBezTo>
                <a:cubicBezTo>
                  <a:pt x="4292" y="16996"/>
                  <a:pt x="4375" y="17019"/>
                  <a:pt x="4437" y="17046"/>
                </a:cubicBezTo>
                <a:cubicBezTo>
                  <a:pt x="4567" y="17103"/>
                  <a:pt x="4775" y="17172"/>
                  <a:pt x="4952" y="17217"/>
                </a:cubicBezTo>
                <a:cubicBezTo>
                  <a:pt x="5019" y="17234"/>
                  <a:pt x="5076" y="17255"/>
                  <a:pt x="5081" y="17264"/>
                </a:cubicBezTo>
                <a:cubicBezTo>
                  <a:pt x="5097" y="17292"/>
                  <a:pt x="5359" y="17280"/>
                  <a:pt x="5411" y="17248"/>
                </a:cubicBezTo>
                <a:cubicBezTo>
                  <a:pt x="5439" y="17231"/>
                  <a:pt x="5508" y="17210"/>
                  <a:pt x="5566" y="17202"/>
                </a:cubicBezTo>
                <a:cubicBezTo>
                  <a:pt x="5705" y="17181"/>
                  <a:pt x="6001" y="17109"/>
                  <a:pt x="6193" y="17046"/>
                </a:cubicBezTo>
                <a:cubicBezTo>
                  <a:pt x="6278" y="17019"/>
                  <a:pt x="6374" y="16996"/>
                  <a:pt x="6406" y="16996"/>
                </a:cubicBezTo>
                <a:cubicBezTo>
                  <a:pt x="6438" y="16996"/>
                  <a:pt x="6469" y="16978"/>
                  <a:pt x="6475" y="16961"/>
                </a:cubicBezTo>
                <a:cubicBezTo>
                  <a:pt x="6481" y="16944"/>
                  <a:pt x="6511" y="16930"/>
                  <a:pt x="6540" y="16930"/>
                </a:cubicBezTo>
                <a:cubicBezTo>
                  <a:pt x="6568" y="16930"/>
                  <a:pt x="6605" y="16918"/>
                  <a:pt x="6621" y="16903"/>
                </a:cubicBezTo>
                <a:cubicBezTo>
                  <a:pt x="6638" y="16887"/>
                  <a:pt x="6741" y="16857"/>
                  <a:pt x="6852" y="16837"/>
                </a:cubicBezTo>
                <a:cubicBezTo>
                  <a:pt x="6962" y="16817"/>
                  <a:pt x="7071" y="16787"/>
                  <a:pt x="7095" y="16771"/>
                </a:cubicBezTo>
                <a:cubicBezTo>
                  <a:pt x="7139" y="16740"/>
                  <a:pt x="7167" y="16733"/>
                  <a:pt x="7375" y="16681"/>
                </a:cubicBezTo>
                <a:cubicBezTo>
                  <a:pt x="7643" y="16615"/>
                  <a:pt x="7760" y="16582"/>
                  <a:pt x="7815" y="16553"/>
                </a:cubicBezTo>
                <a:cubicBezTo>
                  <a:pt x="7847" y="16537"/>
                  <a:pt x="7905" y="16522"/>
                  <a:pt x="7944" y="16522"/>
                </a:cubicBezTo>
                <a:cubicBezTo>
                  <a:pt x="7983" y="16522"/>
                  <a:pt x="8023" y="16510"/>
                  <a:pt x="8032" y="16495"/>
                </a:cubicBezTo>
                <a:cubicBezTo>
                  <a:pt x="8051" y="16465"/>
                  <a:pt x="8256" y="16394"/>
                  <a:pt x="8327" y="16394"/>
                </a:cubicBezTo>
                <a:cubicBezTo>
                  <a:pt x="8354" y="16394"/>
                  <a:pt x="8424" y="16352"/>
                  <a:pt x="8480" y="16297"/>
                </a:cubicBezTo>
                <a:cubicBezTo>
                  <a:pt x="8557" y="16223"/>
                  <a:pt x="8581" y="16181"/>
                  <a:pt x="8581" y="16130"/>
                </a:cubicBezTo>
                <a:cubicBezTo>
                  <a:pt x="8581" y="16093"/>
                  <a:pt x="8590" y="16044"/>
                  <a:pt x="8601" y="16025"/>
                </a:cubicBezTo>
                <a:cubicBezTo>
                  <a:pt x="8614" y="16001"/>
                  <a:pt x="8613" y="15973"/>
                  <a:pt x="8597" y="15921"/>
                </a:cubicBezTo>
                <a:cubicBezTo>
                  <a:pt x="8575" y="15852"/>
                  <a:pt x="8498" y="15718"/>
                  <a:pt x="8478" y="15715"/>
                </a:cubicBezTo>
                <a:cubicBezTo>
                  <a:pt x="8473" y="15714"/>
                  <a:pt x="8444" y="15690"/>
                  <a:pt x="8413" y="15660"/>
                </a:cubicBezTo>
                <a:cubicBezTo>
                  <a:pt x="8383" y="15631"/>
                  <a:pt x="8340" y="15606"/>
                  <a:pt x="8321" y="15606"/>
                </a:cubicBezTo>
                <a:cubicBezTo>
                  <a:pt x="8302" y="15606"/>
                  <a:pt x="8282" y="15592"/>
                  <a:pt x="8276" y="15575"/>
                </a:cubicBezTo>
                <a:cubicBezTo>
                  <a:pt x="8270" y="15558"/>
                  <a:pt x="8228" y="15541"/>
                  <a:pt x="8183" y="15540"/>
                </a:cubicBezTo>
                <a:cubicBezTo>
                  <a:pt x="8138" y="15539"/>
                  <a:pt x="8042" y="15520"/>
                  <a:pt x="7970" y="15494"/>
                </a:cubicBezTo>
                <a:cubicBezTo>
                  <a:pt x="7898" y="15467"/>
                  <a:pt x="7764" y="15432"/>
                  <a:pt x="7673" y="15416"/>
                </a:cubicBezTo>
                <a:cubicBezTo>
                  <a:pt x="7581" y="15400"/>
                  <a:pt x="7472" y="15371"/>
                  <a:pt x="7429" y="15354"/>
                </a:cubicBezTo>
                <a:cubicBezTo>
                  <a:pt x="7386" y="15337"/>
                  <a:pt x="7294" y="15315"/>
                  <a:pt x="7227" y="15303"/>
                </a:cubicBezTo>
                <a:cubicBezTo>
                  <a:pt x="7063" y="15276"/>
                  <a:pt x="7044" y="15253"/>
                  <a:pt x="7044" y="15101"/>
                </a:cubicBezTo>
                <a:cubicBezTo>
                  <a:pt x="7044" y="15034"/>
                  <a:pt x="7051" y="14969"/>
                  <a:pt x="7061" y="14958"/>
                </a:cubicBezTo>
                <a:cubicBezTo>
                  <a:pt x="7070" y="14947"/>
                  <a:pt x="7078" y="14887"/>
                  <a:pt x="7078" y="14822"/>
                </a:cubicBezTo>
                <a:cubicBezTo>
                  <a:pt x="7078" y="14757"/>
                  <a:pt x="7090" y="14677"/>
                  <a:pt x="7104" y="14643"/>
                </a:cubicBezTo>
                <a:cubicBezTo>
                  <a:pt x="7118" y="14610"/>
                  <a:pt x="7129" y="14557"/>
                  <a:pt x="7130" y="14527"/>
                </a:cubicBezTo>
                <a:cubicBezTo>
                  <a:pt x="7130" y="14453"/>
                  <a:pt x="7233" y="14380"/>
                  <a:pt x="7356" y="14364"/>
                </a:cubicBezTo>
                <a:cubicBezTo>
                  <a:pt x="7578" y="14335"/>
                  <a:pt x="8002" y="14242"/>
                  <a:pt x="8084" y="14205"/>
                </a:cubicBezTo>
                <a:cubicBezTo>
                  <a:pt x="8132" y="14183"/>
                  <a:pt x="8273" y="14162"/>
                  <a:pt x="8398" y="14158"/>
                </a:cubicBezTo>
                <a:cubicBezTo>
                  <a:pt x="8523" y="14154"/>
                  <a:pt x="8634" y="14137"/>
                  <a:pt x="8644" y="14123"/>
                </a:cubicBezTo>
                <a:cubicBezTo>
                  <a:pt x="8654" y="14109"/>
                  <a:pt x="8724" y="14090"/>
                  <a:pt x="8801" y="14080"/>
                </a:cubicBezTo>
                <a:cubicBezTo>
                  <a:pt x="8878" y="14071"/>
                  <a:pt x="8981" y="14049"/>
                  <a:pt x="9029" y="14030"/>
                </a:cubicBezTo>
                <a:cubicBezTo>
                  <a:pt x="9078" y="14011"/>
                  <a:pt x="9183" y="13982"/>
                  <a:pt x="9264" y="13964"/>
                </a:cubicBezTo>
                <a:cubicBezTo>
                  <a:pt x="9346" y="13946"/>
                  <a:pt x="9465" y="13918"/>
                  <a:pt x="9527" y="13902"/>
                </a:cubicBezTo>
                <a:cubicBezTo>
                  <a:pt x="9590" y="13886"/>
                  <a:pt x="9719" y="13860"/>
                  <a:pt x="9816" y="13844"/>
                </a:cubicBezTo>
                <a:cubicBezTo>
                  <a:pt x="10012" y="13810"/>
                  <a:pt x="10236" y="13753"/>
                  <a:pt x="10281" y="13727"/>
                </a:cubicBezTo>
                <a:cubicBezTo>
                  <a:pt x="10297" y="13718"/>
                  <a:pt x="10375" y="13696"/>
                  <a:pt x="10455" y="13681"/>
                </a:cubicBezTo>
                <a:cubicBezTo>
                  <a:pt x="10536" y="13665"/>
                  <a:pt x="10653" y="13638"/>
                  <a:pt x="10716" y="13619"/>
                </a:cubicBezTo>
                <a:cubicBezTo>
                  <a:pt x="10778" y="13600"/>
                  <a:pt x="10876" y="13572"/>
                  <a:pt x="10934" y="13556"/>
                </a:cubicBezTo>
                <a:cubicBezTo>
                  <a:pt x="10991" y="13541"/>
                  <a:pt x="11073" y="13514"/>
                  <a:pt x="11117" y="13494"/>
                </a:cubicBezTo>
                <a:cubicBezTo>
                  <a:pt x="11160" y="13475"/>
                  <a:pt x="11235" y="13442"/>
                  <a:pt x="11282" y="13424"/>
                </a:cubicBezTo>
                <a:cubicBezTo>
                  <a:pt x="11389" y="13384"/>
                  <a:pt x="11457" y="13301"/>
                  <a:pt x="11513" y="13141"/>
                </a:cubicBezTo>
                <a:cubicBezTo>
                  <a:pt x="11553" y="13026"/>
                  <a:pt x="11554" y="12996"/>
                  <a:pt x="11554" y="12566"/>
                </a:cubicBezTo>
                <a:cubicBezTo>
                  <a:pt x="11554" y="12316"/>
                  <a:pt x="11549" y="12102"/>
                  <a:pt x="11541" y="12093"/>
                </a:cubicBezTo>
                <a:cubicBezTo>
                  <a:pt x="11533" y="12084"/>
                  <a:pt x="11519" y="11916"/>
                  <a:pt x="11513" y="11720"/>
                </a:cubicBezTo>
                <a:cubicBezTo>
                  <a:pt x="11506" y="11525"/>
                  <a:pt x="11494" y="11353"/>
                  <a:pt x="11485" y="11336"/>
                </a:cubicBezTo>
                <a:cubicBezTo>
                  <a:pt x="11476" y="11319"/>
                  <a:pt x="11468" y="11136"/>
                  <a:pt x="11468" y="10932"/>
                </a:cubicBezTo>
                <a:cubicBezTo>
                  <a:pt x="11468" y="10719"/>
                  <a:pt x="11460" y="10555"/>
                  <a:pt x="11450" y="10544"/>
                </a:cubicBezTo>
                <a:cubicBezTo>
                  <a:pt x="11441" y="10533"/>
                  <a:pt x="11433" y="10405"/>
                  <a:pt x="11433" y="10261"/>
                </a:cubicBezTo>
                <a:cubicBezTo>
                  <a:pt x="11433" y="10066"/>
                  <a:pt x="11425" y="9987"/>
                  <a:pt x="11405" y="9958"/>
                </a:cubicBezTo>
                <a:cubicBezTo>
                  <a:pt x="11385" y="9927"/>
                  <a:pt x="11379" y="9841"/>
                  <a:pt x="11379" y="9562"/>
                </a:cubicBezTo>
                <a:cubicBezTo>
                  <a:pt x="11379" y="9358"/>
                  <a:pt x="11372" y="9196"/>
                  <a:pt x="11362" y="9185"/>
                </a:cubicBezTo>
                <a:cubicBezTo>
                  <a:pt x="11352" y="9174"/>
                  <a:pt x="11345" y="9023"/>
                  <a:pt x="11345" y="8840"/>
                </a:cubicBezTo>
                <a:cubicBezTo>
                  <a:pt x="11345" y="8587"/>
                  <a:pt x="11340" y="8511"/>
                  <a:pt x="11321" y="8498"/>
                </a:cubicBezTo>
                <a:cubicBezTo>
                  <a:pt x="11302" y="8485"/>
                  <a:pt x="11292" y="8383"/>
                  <a:pt x="11285" y="8075"/>
                </a:cubicBezTo>
                <a:cubicBezTo>
                  <a:pt x="11263" y="7170"/>
                  <a:pt x="11254" y="7013"/>
                  <a:pt x="11224" y="6953"/>
                </a:cubicBezTo>
                <a:cubicBezTo>
                  <a:pt x="11202" y="6907"/>
                  <a:pt x="11194" y="6813"/>
                  <a:pt x="11190" y="6526"/>
                </a:cubicBezTo>
                <a:cubicBezTo>
                  <a:pt x="11187" y="6324"/>
                  <a:pt x="11177" y="6147"/>
                  <a:pt x="11168" y="6130"/>
                </a:cubicBezTo>
                <a:cubicBezTo>
                  <a:pt x="11159" y="6114"/>
                  <a:pt x="11153" y="5981"/>
                  <a:pt x="11153" y="5839"/>
                </a:cubicBezTo>
                <a:cubicBezTo>
                  <a:pt x="11153" y="5671"/>
                  <a:pt x="11144" y="5548"/>
                  <a:pt x="11127" y="5490"/>
                </a:cubicBezTo>
                <a:cubicBezTo>
                  <a:pt x="11109" y="5427"/>
                  <a:pt x="11099" y="5302"/>
                  <a:pt x="11099" y="5078"/>
                </a:cubicBezTo>
                <a:cubicBezTo>
                  <a:pt x="11099" y="4898"/>
                  <a:pt x="11092" y="4751"/>
                  <a:pt x="11082" y="4740"/>
                </a:cubicBezTo>
                <a:cubicBezTo>
                  <a:pt x="11073" y="4730"/>
                  <a:pt x="11065" y="4603"/>
                  <a:pt x="11065" y="4461"/>
                </a:cubicBezTo>
                <a:cubicBezTo>
                  <a:pt x="11065" y="4284"/>
                  <a:pt x="11057" y="4184"/>
                  <a:pt x="11039" y="4142"/>
                </a:cubicBezTo>
                <a:cubicBezTo>
                  <a:pt x="11020" y="4097"/>
                  <a:pt x="11013" y="3985"/>
                  <a:pt x="11013" y="3708"/>
                </a:cubicBezTo>
                <a:cubicBezTo>
                  <a:pt x="11013" y="3495"/>
                  <a:pt x="11006" y="3331"/>
                  <a:pt x="10996" y="3319"/>
                </a:cubicBezTo>
                <a:cubicBezTo>
                  <a:pt x="10986" y="3309"/>
                  <a:pt x="10979" y="3164"/>
                  <a:pt x="10979" y="2993"/>
                </a:cubicBezTo>
                <a:cubicBezTo>
                  <a:pt x="10979" y="2772"/>
                  <a:pt x="10971" y="2669"/>
                  <a:pt x="10953" y="2625"/>
                </a:cubicBezTo>
                <a:cubicBezTo>
                  <a:pt x="10935" y="2581"/>
                  <a:pt x="10925" y="2474"/>
                  <a:pt x="10925" y="2256"/>
                </a:cubicBezTo>
                <a:cubicBezTo>
                  <a:pt x="10925" y="2087"/>
                  <a:pt x="10917" y="1940"/>
                  <a:pt x="10908" y="1930"/>
                </a:cubicBezTo>
                <a:cubicBezTo>
                  <a:pt x="10898" y="1919"/>
                  <a:pt x="10890" y="1878"/>
                  <a:pt x="10890" y="1836"/>
                </a:cubicBezTo>
                <a:cubicBezTo>
                  <a:pt x="10890" y="1795"/>
                  <a:pt x="10881" y="1751"/>
                  <a:pt x="10871" y="1739"/>
                </a:cubicBezTo>
                <a:cubicBezTo>
                  <a:pt x="10861" y="1728"/>
                  <a:pt x="10845" y="1684"/>
                  <a:pt x="10837" y="1642"/>
                </a:cubicBezTo>
                <a:cubicBezTo>
                  <a:pt x="10828" y="1600"/>
                  <a:pt x="10799" y="1550"/>
                  <a:pt x="10772" y="1530"/>
                </a:cubicBezTo>
                <a:cubicBezTo>
                  <a:pt x="10745" y="1509"/>
                  <a:pt x="10712" y="1475"/>
                  <a:pt x="10697" y="1452"/>
                </a:cubicBezTo>
                <a:cubicBezTo>
                  <a:pt x="10681" y="1430"/>
                  <a:pt x="10630" y="1397"/>
                  <a:pt x="10582" y="1378"/>
                </a:cubicBezTo>
                <a:cubicBezTo>
                  <a:pt x="10535" y="1360"/>
                  <a:pt x="10466" y="1332"/>
                  <a:pt x="10427" y="1316"/>
                </a:cubicBezTo>
                <a:cubicBezTo>
                  <a:pt x="10389" y="1301"/>
                  <a:pt x="10331" y="1295"/>
                  <a:pt x="10300" y="1305"/>
                </a:cubicBezTo>
                <a:cubicBezTo>
                  <a:pt x="10270" y="1314"/>
                  <a:pt x="10209" y="1301"/>
                  <a:pt x="10162" y="1274"/>
                </a:cubicBezTo>
                <a:cubicBezTo>
                  <a:pt x="10110" y="1243"/>
                  <a:pt x="9944" y="1210"/>
                  <a:pt x="9727" y="1188"/>
                </a:cubicBezTo>
                <a:cubicBezTo>
                  <a:pt x="9535" y="1169"/>
                  <a:pt x="9353" y="1141"/>
                  <a:pt x="9325" y="1126"/>
                </a:cubicBezTo>
                <a:cubicBezTo>
                  <a:pt x="9296" y="1111"/>
                  <a:pt x="9199" y="1095"/>
                  <a:pt x="9109" y="1091"/>
                </a:cubicBezTo>
                <a:cubicBezTo>
                  <a:pt x="9020" y="1087"/>
                  <a:pt x="8944" y="1071"/>
                  <a:pt x="8939" y="1056"/>
                </a:cubicBezTo>
                <a:cubicBezTo>
                  <a:pt x="8934" y="1041"/>
                  <a:pt x="8905" y="1037"/>
                  <a:pt x="8877" y="1048"/>
                </a:cubicBezTo>
                <a:cubicBezTo>
                  <a:pt x="8832" y="1066"/>
                  <a:pt x="8450" y="1003"/>
                  <a:pt x="8293" y="951"/>
                </a:cubicBezTo>
                <a:cubicBezTo>
                  <a:pt x="8264" y="942"/>
                  <a:pt x="8092" y="913"/>
                  <a:pt x="7909" y="889"/>
                </a:cubicBezTo>
                <a:cubicBezTo>
                  <a:pt x="7727" y="866"/>
                  <a:pt x="7490" y="830"/>
                  <a:pt x="7384" y="812"/>
                </a:cubicBezTo>
                <a:cubicBezTo>
                  <a:pt x="7142" y="769"/>
                  <a:pt x="6738" y="718"/>
                  <a:pt x="6509" y="699"/>
                </a:cubicBezTo>
                <a:cubicBezTo>
                  <a:pt x="6413" y="691"/>
                  <a:pt x="6297" y="671"/>
                  <a:pt x="6249" y="652"/>
                </a:cubicBezTo>
                <a:cubicBezTo>
                  <a:pt x="6201" y="634"/>
                  <a:pt x="5929" y="597"/>
                  <a:pt x="5646" y="571"/>
                </a:cubicBezTo>
                <a:cubicBezTo>
                  <a:pt x="5020" y="515"/>
                  <a:pt x="4803" y="488"/>
                  <a:pt x="4778" y="458"/>
                </a:cubicBezTo>
                <a:cubicBezTo>
                  <a:pt x="4767" y="446"/>
                  <a:pt x="4637" y="434"/>
                  <a:pt x="4489" y="431"/>
                </a:cubicBezTo>
                <a:cubicBezTo>
                  <a:pt x="4341" y="428"/>
                  <a:pt x="4168" y="411"/>
                  <a:pt x="4106" y="396"/>
                </a:cubicBezTo>
                <a:cubicBezTo>
                  <a:pt x="3904" y="348"/>
                  <a:pt x="3613" y="310"/>
                  <a:pt x="3363" y="291"/>
                </a:cubicBezTo>
                <a:cubicBezTo>
                  <a:pt x="3228" y="282"/>
                  <a:pt x="3090" y="260"/>
                  <a:pt x="3057" y="245"/>
                </a:cubicBezTo>
                <a:cubicBezTo>
                  <a:pt x="3023" y="230"/>
                  <a:pt x="2938" y="216"/>
                  <a:pt x="2867" y="214"/>
                </a:cubicBezTo>
                <a:cubicBezTo>
                  <a:pt x="2796" y="212"/>
                  <a:pt x="2729" y="199"/>
                  <a:pt x="2719" y="187"/>
                </a:cubicBezTo>
                <a:cubicBezTo>
                  <a:pt x="2708" y="174"/>
                  <a:pt x="2514" y="153"/>
                  <a:pt x="2288" y="140"/>
                </a:cubicBezTo>
                <a:cubicBezTo>
                  <a:pt x="2062" y="127"/>
                  <a:pt x="1783" y="102"/>
                  <a:pt x="1667" y="86"/>
                </a:cubicBezTo>
                <a:cubicBezTo>
                  <a:pt x="1268" y="28"/>
                  <a:pt x="993" y="1"/>
                  <a:pt x="802" y="0"/>
                </a:cubicBezTo>
                <a:close/>
                <a:moveTo>
                  <a:pt x="16506" y="148"/>
                </a:moveTo>
                <a:cubicBezTo>
                  <a:pt x="16300" y="148"/>
                  <a:pt x="16271" y="158"/>
                  <a:pt x="16109" y="257"/>
                </a:cubicBezTo>
                <a:cubicBezTo>
                  <a:pt x="16013" y="315"/>
                  <a:pt x="15868" y="379"/>
                  <a:pt x="15786" y="400"/>
                </a:cubicBezTo>
                <a:cubicBezTo>
                  <a:pt x="15704" y="421"/>
                  <a:pt x="15622" y="451"/>
                  <a:pt x="15603" y="466"/>
                </a:cubicBezTo>
                <a:cubicBezTo>
                  <a:pt x="15584" y="481"/>
                  <a:pt x="15540" y="498"/>
                  <a:pt x="15506" y="509"/>
                </a:cubicBezTo>
                <a:cubicBezTo>
                  <a:pt x="15473" y="519"/>
                  <a:pt x="15402" y="543"/>
                  <a:pt x="15349" y="559"/>
                </a:cubicBezTo>
                <a:cubicBezTo>
                  <a:pt x="15296" y="576"/>
                  <a:pt x="15174" y="596"/>
                  <a:pt x="15078" y="606"/>
                </a:cubicBezTo>
                <a:cubicBezTo>
                  <a:pt x="14981" y="615"/>
                  <a:pt x="14863" y="644"/>
                  <a:pt x="14815" y="668"/>
                </a:cubicBezTo>
                <a:cubicBezTo>
                  <a:pt x="14767" y="692"/>
                  <a:pt x="14681" y="721"/>
                  <a:pt x="14623" y="734"/>
                </a:cubicBezTo>
                <a:cubicBezTo>
                  <a:pt x="14476" y="766"/>
                  <a:pt x="14483" y="765"/>
                  <a:pt x="14304" y="839"/>
                </a:cubicBezTo>
                <a:cubicBezTo>
                  <a:pt x="14216" y="876"/>
                  <a:pt x="14120" y="905"/>
                  <a:pt x="14093" y="905"/>
                </a:cubicBezTo>
                <a:cubicBezTo>
                  <a:pt x="14066" y="905"/>
                  <a:pt x="14038" y="918"/>
                  <a:pt x="14029" y="932"/>
                </a:cubicBezTo>
                <a:cubicBezTo>
                  <a:pt x="14015" y="953"/>
                  <a:pt x="13905" y="1008"/>
                  <a:pt x="13807" y="1045"/>
                </a:cubicBezTo>
                <a:cubicBezTo>
                  <a:pt x="13785" y="1053"/>
                  <a:pt x="13767" y="1066"/>
                  <a:pt x="13630" y="1169"/>
                </a:cubicBezTo>
                <a:cubicBezTo>
                  <a:pt x="13594" y="1196"/>
                  <a:pt x="13566" y="1209"/>
                  <a:pt x="13566" y="1200"/>
                </a:cubicBezTo>
                <a:cubicBezTo>
                  <a:pt x="13566" y="1191"/>
                  <a:pt x="13545" y="1213"/>
                  <a:pt x="13518" y="1246"/>
                </a:cubicBezTo>
                <a:cubicBezTo>
                  <a:pt x="13461" y="1320"/>
                  <a:pt x="13354" y="1430"/>
                  <a:pt x="13264" y="1510"/>
                </a:cubicBezTo>
                <a:cubicBezTo>
                  <a:pt x="13161" y="1603"/>
                  <a:pt x="13040" y="1846"/>
                  <a:pt x="13040" y="1965"/>
                </a:cubicBezTo>
                <a:cubicBezTo>
                  <a:pt x="13040" y="2045"/>
                  <a:pt x="13023" y="2098"/>
                  <a:pt x="12943" y="2229"/>
                </a:cubicBezTo>
                <a:cubicBezTo>
                  <a:pt x="12889" y="2318"/>
                  <a:pt x="12832" y="2388"/>
                  <a:pt x="12818" y="2388"/>
                </a:cubicBezTo>
                <a:cubicBezTo>
                  <a:pt x="12805" y="2388"/>
                  <a:pt x="12762" y="2418"/>
                  <a:pt x="12721" y="2454"/>
                </a:cubicBezTo>
                <a:cubicBezTo>
                  <a:pt x="12681" y="2489"/>
                  <a:pt x="12585" y="2535"/>
                  <a:pt x="12508" y="2555"/>
                </a:cubicBezTo>
                <a:cubicBezTo>
                  <a:pt x="12357" y="2593"/>
                  <a:pt x="12288" y="2649"/>
                  <a:pt x="12288" y="2737"/>
                </a:cubicBezTo>
                <a:cubicBezTo>
                  <a:pt x="12288" y="2847"/>
                  <a:pt x="12373" y="2904"/>
                  <a:pt x="12555" y="2920"/>
                </a:cubicBezTo>
                <a:cubicBezTo>
                  <a:pt x="12650" y="2928"/>
                  <a:pt x="12732" y="2945"/>
                  <a:pt x="12736" y="2958"/>
                </a:cubicBezTo>
                <a:cubicBezTo>
                  <a:pt x="12741" y="2972"/>
                  <a:pt x="12696" y="3084"/>
                  <a:pt x="12637" y="3211"/>
                </a:cubicBezTo>
                <a:cubicBezTo>
                  <a:pt x="12578" y="3338"/>
                  <a:pt x="12523" y="3474"/>
                  <a:pt x="12514" y="3514"/>
                </a:cubicBezTo>
                <a:cubicBezTo>
                  <a:pt x="12506" y="3553"/>
                  <a:pt x="12492" y="3587"/>
                  <a:pt x="12482" y="3587"/>
                </a:cubicBezTo>
                <a:cubicBezTo>
                  <a:pt x="12472" y="3587"/>
                  <a:pt x="12465" y="3608"/>
                  <a:pt x="12465" y="3634"/>
                </a:cubicBezTo>
                <a:cubicBezTo>
                  <a:pt x="12465" y="3660"/>
                  <a:pt x="12444" y="3740"/>
                  <a:pt x="12420" y="3809"/>
                </a:cubicBezTo>
                <a:cubicBezTo>
                  <a:pt x="12396" y="3877"/>
                  <a:pt x="12377" y="3958"/>
                  <a:pt x="12377" y="3991"/>
                </a:cubicBezTo>
                <a:cubicBezTo>
                  <a:pt x="12377" y="4024"/>
                  <a:pt x="12365" y="4070"/>
                  <a:pt x="12351" y="4092"/>
                </a:cubicBezTo>
                <a:cubicBezTo>
                  <a:pt x="12333" y="4118"/>
                  <a:pt x="12325" y="4187"/>
                  <a:pt x="12325" y="4298"/>
                </a:cubicBezTo>
                <a:cubicBezTo>
                  <a:pt x="12325" y="4390"/>
                  <a:pt x="12317" y="4477"/>
                  <a:pt x="12308" y="4488"/>
                </a:cubicBezTo>
                <a:cubicBezTo>
                  <a:pt x="12286" y="4512"/>
                  <a:pt x="12285" y="4705"/>
                  <a:pt x="12306" y="4779"/>
                </a:cubicBezTo>
                <a:cubicBezTo>
                  <a:pt x="12314" y="4809"/>
                  <a:pt x="12330" y="4869"/>
                  <a:pt x="12342" y="4915"/>
                </a:cubicBezTo>
                <a:cubicBezTo>
                  <a:pt x="12364" y="4999"/>
                  <a:pt x="12481" y="5094"/>
                  <a:pt x="12517" y="5055"/>
                </a:cubicBezTo>
                <a:cubicBezTo>
                  <a:pt x="12526" y="5044"/>
                  <a:pt x="12541" y="5069"/>
                  <a:pt x="12551" y="5109"/>
                </a:cubicBezTo>
                <a:cubicBezTo>
                  <a:pt x="12561" y="5149"/>
                  <a:pt x="12584" y="5224"/>
                  <a:pt x="12603" y="5276"/>
                </a:cubicBezTo>
                <a:cubicBezTo>
                  <a:pt x="12621" y="5328"/>
                  <a:pt x="12637" y="5384"/>
                  <a:pt x="12637" y="5404"/>
                </a:cubicBezTo>
                <a:cubicBezTo>
                  <a:pt x="12639" y="5451"/>
                  <a:pt x="12714" y="5594"/>
                  <a:pt x="12818" y="5746"/>
                </a:cubicBezTo>
                <a:cubicBezTo>
                  <a:pt x="12914" y="5886"/>
                  <a:pt x="12971" y="6038"/>
                  <a:pt x="12971" y="6153"/>
                </a:cubicBezTo>
                <a:cubicBezTo>
                  <a:pt x="12971" y="6198"/>
                  <a:pt x="12979" y="6244"/>
                  <a:pt x="12988" y="6254"/>
                </a:cubicBezTo>
                <a:cubicBezTo>
                  <a:pt x="12998" y="6265"/>
                  <a:pt x="13006" y="6306"/>
                  <a:pt x="13006" y="6347"/>
                </a:cubicBezTo>
                <a:cubicBezTo>
                  <a:pt x="13006" y="6389"/>
                  <a:pt x="13013" y="6430"/>
                  <a:pt x="13023" y="6441"/>
                </a:cubicBezTo>
                <a:cubicBezTo>
                  <a:pt x="13032" y="6451"/>
                  <a:pt x="13040" y="6582"/>
                  <a:pt x="13040" y="6728"/>
                </a:cubicBezTo>
                <a:cubicBezTo>
                  <a:pt x="13040" y="6873"/>
                  <a:pt x="13032" y="7001"/>
                  <a:pt x="13023" y="7011"/>
                </a:cubicBezTo>
                <a:cubicBezTo>
                  <a:pt x="13013" y="7022"/>
                  <a:pt x="13006" y="7078"/>
                  <a:pt x="13006" y="7135"/>
                </a:cubicBezTo>
                <a:cubicBezTo>
                  <a:pt x="13006" y="7330"/>
                  <a:pt x="12923" y="7512"/>
                  <a:pt x="12779" y="7632"/>
                </a:cubicBezTo>
                <a:cubicBezTo>
                  <a:pt x="12746" y="7661"/>
                  <a:pt x="12692" y="7729"/>
                  <a:pt x="12661" y="7784"/>
                </a:cubicBezTo>
                <a:cubicBezTo>
                  <a:pt x="12606" y="7880"/>
                  <a:pt x="12605" y="7896"/>
                  <a:pt x="12605" y="8133"/>
                </a:cubicBezTo>
                <a:cubicBezTo>
                  <a:pt x="12605" y="8269"/>
                  <a:pt x="12613" y="8386"/>
                  <a:pt x="12622" y="8397"/>
                </a:cubicBezTo>
                <a:cubicBezTo>
                  <a:pt x="12632" y="8408"/>
                  <a:pt x="12639" y="8443"/>
                  <a:pt x="12639" y="8475"/>
                </a:cubicBezTo>
                <a:cubicBezTo>
                  <a:pt x="12639" y="8506"/>
                  <a:pt x="12650" y="8548"/>
                  <a:pt x="12663" y="8568"/>
                </a:cubicBezTo>
                <a:cubicBezTo>
                  <a:pt x="12688" y="8606"/>
                  <a:pt x="12703" y="8762"/>
                  <a:pt x="12719" y="9170"/>
                </a:cubicBezTo>
                <a:cubicBezTo>
                  <a:pt x="12726" y="9334"/>
                  <a:pt x="12739" y="9427"/>
                  <a:pt x="12762" y="9480"/>
                </a:cubicBezTo>
                <a:cubicBezTo>
                  <a:pt x="12781" y="9522"/>
                  <a:pt x="12797" y="9576"/>
                  <a:pt x="12797" y="9597"/>
                </a:cubicBezTo>
                <a:cubicBezTo>
                  <a:pt x="12797" y="9617"/>
                  <a:pt x="12823" y="9693"/>
                  <a:pt x="12857" y="9764"/>
                </a:cubicBezTo>
                <a:cubicBezTo>
                  <a:pt x="12891" y="9835"/>
                  <a:pt x="12919" y="9918"/>
                  <a:pt x="12919" y="9950"/>
                </a:cubicBezTo>
                <a:cubicBezTo>
                  <a:pt x="12919" y="9982"/>
                  <a:pt x="12937" y="10076"/>
                  <a:pt x="12960" y="10163"/>
                </a:cubicBezTo>
                <a:cubicBezTo>
                  <a:pt x="12983" y="10250"/>
                  <a:pt x="13015" y="10371"/>
                  <a:pt x="13029" y="10431"/>
                </a:cubicBezTo>
                <a:cubicBezTo>
                  <a:pt x="13044" y="10492"/>
                  <a:pt x="13087" y="10599"/>
                  <a:pt x="13126" y="10668"/>
                </a:cubicBezTo>
                <a:cubicBezTo>
                  <a:pt x="13165" y="10737"/>
                  <a:pt x="13197" y="10807"/>
                  <a:pt x="13197" y="10820"/>
                </a:cubicBezTo>
                <a:cubicBezTo>
                  <a:pt x="13198" y="10859"/>
                  <a:pt x="13398" y="11188"/>
                  <a:pt x="13421" y="11188"/>
                </a:cubicBezTo>
                <a:cubicBezTo>
                  <a:pt x="13433" y="11188"/>
                  <a:pt x="13450" y="11220"/>
                  <a:pt x="13460" y="11254"/>
                </a:cubicBezTo>
                <a:cubicBezTo>
                  <a:pt x="13470" y="11289"/>
                  <a:pt x="13488" y="11316"/>
                  <a:pt x="13499" y="11316"/>
                </a:cubicBezTo>
                <a:cubicBezTo>
                  <a:pt x="13510" y="11316"/>
                  <a:pt x="13535" y="11343"/>
                  <a:pt x="13555" y="11375"/>
                </a:cubicBezTo>
                <a:cubicBezTo>
                  <a:pt x="13575" y="11406"/>
                  <a:pt x="13628" y="11456"/>
                  <a:pt x="13671" y="11487"/>
                </a:cubicBezTo>
                <a:cubicBezTo>
                  <a:pt x="13714" y="11519"/>
                  <a:pt x="13764" y="11555"/>
                  <a:pt x="13783" y="11569"/>
                </a:cubicBezTo>
                <a:cubicBezTo>
                  <a:pt x="13838" y="11610"/>
                  <a:pt x="14018" y="11699"/>
                  <a:pt x="14151" y="11751"/>
                </a:cubicBezTo>
                <a:cubicBezTo>
                  <a:pt x="14241" y="11786"/>
                  <a:pt x="14406" y="11800"/>
                  <a:pt x="14759" y="11806"/>
                </a:cubicBezTo>
                <a:cubicBezTo>
                  <a:pt x="15215" y="11812"/>
                  <a:pt x="15244" y="11815"/>
                  <a:pt x="15287" y="11875"/>
                </a:cubicBezTo>
                <a:cubicBezTo>
                  <a:pt x="15349" y="11963"/>
                  <a:pt x="15489" y="12249"/>
                  <a:pt x="15489" y="12287"/>
                </a:cubicBezTo>
                <a:cubicBezTo>
                  <a:pt x="15489" y="12341"/>
                  <a:pt x="15439" y="12394"/>
                  <a:pt x="15325" y="12466"/>
                </a:cubicBezTo>
                <a:cubicBezTo>
                  <a:pt x="15264" y="12504"/>
                  <a:pt x="15188" y="12563"/>
                  <a:pt x="15155" y="12594"/>
                </a:cubicBezTo>
                <a:cubicBezTo>
                  <a:pt x="14871" y="12861"/>
                  <a:pt x="14840" y="12897"/>
                  <a:pt x="14761" y="13048"/>
                </a:cubicBezTo>
                <a:cubicBezTo>
                  <a:pt x="14724" y="13118"/>
                  <a:pt x="14689" y="13176"/>
                  <a:pt x="14683" y="13176"/>
                </a:cubicBezTo>
                <a:cubicBezTo>
                  <a:pt x="14678" y="13176"/>
                  <a:pt x="14534" y="13422"/>
                  <a:pt x="14367" y="13723"/>
                </a:cubicBezTo>
                <a:cubicBezTo>
                  <a:pt x="14200" y="14024"/>
                  <a:pt x="14029" y="14320"/>
                  <a:pt x="13986" y="14379"/>
                </a:cubicBezTo>
                <a:cubicBezTo>
                  <a:pt x="13891" y="14509"/>
                  <a:pt x="13878" y="14528"/>
                  <a:pt x="13682" y="14857"/>
                </a:cubicBezTo>
                <a:cubicBezTo>
                  <a:pt x="13597" y="14999"/>
                  <a:pt x="13511" y="15119"/>
                  <a:pt x="13490" y="15125"/>
                </a:cubicBezTo>
                <a:cubicBezTo>
                  <a:pt x="13442" y="15138"/>
                  <a:pt x="13323" y="15085"/>
                  <a:pt x="13227" y="15008"/>
                </a:cubicBezTo>
                <a:cubicBezTo>
                  <a:pt x="13031" y="14851"/>
                  <a:pt x="12755" y="14721"/>
                  <a:pt x="12674" y="14748"/>
                </a:cubicBezTo>
                <a:cubicBezTo>
                  <a:pt x="12659" y="14753"/>
                  <a:pt x="12514" y="14769"/>
                  <a:pt x="12351" y="14783"/>
                </a:cubicBezTo>
                <a:cubicBezTo>
                  <a:pt x="12072" y="14807"/>
                  <a:pt x="12047" y="14815"/>
                  <a:pt x="11957" y="14900"/>
                </a:cubicBezTo>
                <a:cubicBezTo>
                  <a:pt x="11851" y="14998"/>
                  <a:pt x="11621" y="15302"/>
                  <a:pt x="11534" y="15459"/>
                </a:cubicBezTo>
                <a:cubicBezTo>
                  <a:pt x="11482" y="15552"/>
                  <a:pt x="11471" y="15558"/>
                  <a:pt x="11338" y="15563"/>
                </a:cubicBezTo>
                <a:cubicBezTo>
                  <a:pt x="11261" y="15567"/>
                  <a:pt x="11156" y="15585"/>
                  <a:pt x="11108" y="15602"/>
                </a:cubicBezTo>
                <a:cubicBezTo>
                  <a:pt x="11060" y="15619"/>
                  <a:pt x="10913" y="15664"/>
                  <a:pt x="10781" y="15699"/>
                </a:cubicBezTo>
                <a:cubicBezTo>
                  <a:pt x="10648" y="15735"/>
                  <a:pt x="10530" y="15773"/>
                  <a:pt x="10520" y="15785"/>
                </a:cubicBezTo>
                <a:cubicBezTo>
                  <a:pt x="10510" y="15796"/>
                  <a:pt x="10473" y="15810"/>
                  <a:pt x="10438" y="15816"/>
                </a:cubicBezTo>
                <a:cubicBezTo>
                  <a:pt x="10403" y="15821"/>
                  <a:pt x="10341" y="15842"/>
                  <a:pt x="10300" y="15862"/>
                </a:cubicBezTo>
                <a:cubicBezTo>
                  <a:pt x="10251" y="15887"/>
                  <a:pt x="10166" y="15889"/>
                  <a:pt x="10040" y="15874"/>
                </a:cubicBezTo>
                <a:cubicBezTo>
                  <a:pt x="9463" y="15805"/>
                  <a:pt x="8974" y="15894"/>
                  <a:pt x="8818" y="16095"/>
                </a:cubicBezTo>
                <a:cubicBezTo>
                  <a:pt x="8790" y="16132"/>
                  <a:pt x="8726" y="16197"/>
                  <a:pt x="8678" y="16239"/>
                </a:cubicBezTo>
                <a:cubicBezTo>
                  <a:pt x="8630" y="16281"/>
                  <a:pt x="8545" y="16366"/>
                  <a:pt x="8487" y="16429"/>
                </a:cubicBezTo>
                <a:cubicBezTo>
                  <a:pt x="8429" y="16492"/>
                  <a:pt x="8348" y="16551"/>
                  <a:pt x="8310" y="16561"/>
                </a:cubicBezTo>
                <a:cubicBezTo>
                  <a:pt x="8272" y="16571"/>
                  <a:pt x="8182" y="16594"/>
                  <a:pt x="8110" y="16612"/>
                </a:cubicBezTo>
                <a:cubicBezTo>
                  <a:pt x="8038" y="16630"/>
                  <a:pt x="7944" y="16659"/>
                  <a:pt x="7901" y="16678"/>
                </a:cubicBezTo>
                <a:cubicBezTo>
                  <a:pt x="7823" y="16711"/>
                  <a:pt x="7724" y="16748"/>
                  <a:pt x="7420" y="16852"/>
                </a:cubicBezTo>
                <a:cubicBezTo>
                  <a:pt x="7334" y="16882"/>
                  <a:pt x="7234" y="16919"/>
                  <a:pt x="7201" y="16934"/>
                </a:cubicBezTo>
                <a:cubicBezTo>
                  <a:pt x="6983" y="17027"/>
                  <a:pt x="6955" y="17037"/>
                  <a:pt x="6781" y="17077"/>
                </a:cubicBezTo>
                <a:cubicBezTo>
                  <a:pt x="6738" y="17087"/>
                  <a:pt x="6682" y="17108"/>
                  <a:pt x="6658" y="17124"/>
                </a:cubicBezTo>
                <a:cubicBezTo>
                  <a:pt x="6634" y="17140"/>
                  <a:pt x="6592" y="17160"/>
                  <a:pt x="6563" y="17167"/>
                </a:cubicBezTo>
                <a:cubicBezTo>
                  <a:pt x="6534" y="17174"/>
                  <a:pt x="6487" y="17184"/>
                  <a:pt x="6458" y="17194"/>
                </a:cubicBezTo>
                <a:cubicBezTo>
                  <a:pt x="6429" y="17203"/>
                  <a:pt x="6351" y="17229"/>
                  <a:pt x="6283" y="17248"/>
                </a:cubicBezTo>
                <a:cubicBezTo>
                  <a:pt x="6216" y="17268"/>
                  <a:pt x="6138" y="17295"/>
                  <a:pt x="6109" y="17310"/>
                </a:cubicBezTo>
                <a:cubicBezTo>
                  <a:pt x="6080" y="17326"/>
                  <a:pt x="6009" y="17353"/>
                  <a:pt x="5952" y="17369"/>
                </a:cubicBezTo>
                <a:cubicBezTo>
                  <a:pt x="5804" y="17408"/>
                  <a:pt x="5559" y="17495"/>
                  <a:pt x="5495" y="17532"/>
                </a:cubicBezTo>
                <a:cubicBezTo>
                  <a:pt x="5465" y="17548"/>
                  <a:pt x="5421" y="17563"/>
                  <a:pt x="5396" y="17563"/>
                </a:cubicBezTo>
                <a:cubicBezTo>
                  <a:pt x="5371" y="17563"/>
                  <a:pt x="5345" y="17574"/>
                  <a:pt x="5340" y="17590"/>
                </a:cubicBezTo>
                <a:cubicBezTo>
                  <a:pt x="5334" y="17606"/>
                  <a:pt x="5298" y="17629"/>
                  <a:pt x="5260" y="17640"/>
                </a:cubicBezTo>
                <a:cubicBezTo>
                  <a:pt x="5192" y="17661"/>
                  <a:pt x="5103" y="17786"/>
                  <a:pt x="5103" y="17862"/>
                </a:cubicBezTo>
                <a:cubicBezTo>
                  <a:pt x="5103" y="17883"/>
                  <a:pt x="5091" y="17918"/>
                  <a:pt x="5077" y="17939"/>
                </a:cubicBezTo>
                <a:cubicBezTo>
                  <a:pt x="5042" y="17991"/>
                  <a:pt x="5041" y="18327"/>
                  <a:pt x="5075" y="18378"/>
                </a:cubicBezTo>
                <a:cubicBezTo>
                  <a:pt x="5088" y="18398"/>
                  <a:pt x="5104" y="18458"/>
                  <a:pt x="5109" y="18510"/>
                </a:cubicBezTo>
                <a:cubicBezTo>
                  <a:pt x="5118" y="18586"/>
                  <a:pt x="5136" y="18620"/>
                  <a:pt x="5211" y="18681"/>
                </a:cubicBezTo>
                <a:cubicBezTo>
                  <a:pt x="5309" y="18761"/>
                  <a:pt x="5488" y="18853"/>
                  <a:pt x="5596" y="18879"/>
                </a:cubicBezTo>
                <a:cubicBezTo>
                  <a:pt x="5632" y="18887"/>
                  <a:pt x="5666" y="18906"/>
                  <a:pt x="5672" y="18921"/>
                </a:cubicBezTo>
                <a:cubicBezTo>
                  <a:pt x="5677" y="18937"/>
                  <a:pt x="5707" y="18949"/>
                  <a:pt x="5736" y="18949"/>
                </a:cubicBezTo>
                <a:cubicBezTo>
                  <a:pt x="5766" y="18949"/>
                  <a:pt x="5841" y="18977"/>
                  <a:pt x="5904" y="19011"/>
                </a:cubicBezTo>
                <a:cubicBezTo>
                  <a:pt x="5968" y="19044"/>
                  <a:pt x="6057" y="19078"/>
                  <a:pt x="6100" y="19084"/>
                </a:cubicBezTo>
                <a:cubicBezTo>
                  <a:pt x="6144" y="19091"/>
                  <a:pt x="6185" y="19105"/>
                  <a:pt x="6195" y="19115"/>
                </a:cubicBezTo>
                <a:cubicBezTo>
                  <a:pt x="6212" y="19134"/>
                  <a:pt x="6335" y="19182"/>
                  <a:pt x="6501" y="19236"/>
                </a:cubicBezTo>
                <a:cubicBezTo>
                  <a:pt x="6678" y="19293"/>
                  <a:pt x="6778" y="19327"/>
                  <a:pt x="6860" y="19360"/>
                </a:cubicBezTo>
                <a:cubicBezTo>
                  <a:pt x="6976" y="19406"/>
                  <a:pt x="7405" y="19550"/>
                  <a:pt x="7474" y="19566"/>
                </a:cubicBezTo>
                <a:cubicBezTo>
                  <a:pt x="7504" y="19573"/>
                  <a:pt x="7550" y="19595"/>
                  <a:pt x="7576" y="19612"/>
                </a:cubicBezTo>
                <a:cubicBezTo>
                  <a:pt x="7636" y="19654"/>
                  <a:pt x="7814" y="19654"/>
                  <a:pt x="7875" y="19612"/>
                </a:cubicBezTo>
                <a:cubicBezTo>
                  <a:pt x="7901" y="19595"/>
                  <a:pt x="7949" y="19573"/>
                  <a:pt x="7981" y="19566"/>
                </a:cubicBezTo>
                <a:cubicBezTo>
                  <a:pt x="8012" y="19558"/>
                  <a:pt x="8118" y="19515"/>
                  <a:pt x="8217" y="19469"/>
                </a:cubicBezTo>
                <a:cubicBezTo>
                  <a:pt x="8317" y="19422"/>
                  <a:pt x="8417" y="19380"/>
                  <a:pt x="8441" y="19372"/>
                </a:cubicBezTo>
                <a:cubicBezTo>
                  <a:pt x="8465" y="19364"/>
                  <a:pt x="8502" y="19344"/>
                  <a:pt x="8521" y="19329"/>
                </a:cubicBezTo>
                <a:cubicBezTo>
                  <a:pt x="8555" y="19303"/>
                  <a:pt x="8578" y="19294"/>
                  <a:pt x="8767" y="19236"/>
                </a:cubicBezTo>
                <a:cubicBezTo>
                  <a:pt x="8815" y="19221"/>
                  <a:pt x="8912" y="19182"/>
                  <a:pt x="8984" y="19147"/>
                </a:cubicBezTo>
                <a:cubicBezTo>
                  <a:pt x="9213" y="19036"/>
                  <a:pt x="9418" y="18949"/>
                  <a:pt x="9456" y="18949"/>
                </a:cubicBezTo>
                <a:cubicBezTo>
                  <a:pt x="9476" y="18949"/>
                  <a:pt x="9506" y="18937"/>
                  <a:pt x="9523" y="18921"/>
                </a:cubicBezTo>
                <a:cubicBezTo>
                  <a:pt x="9562" y="18885"/>
                  <a:pt x="9720" y="18829"/>
                  <a:pt x="9833" y="18813"/>
                </a:cubicBezTo>
                <a:cubicBezTo>
                  <a:pt x="9922" y="18800"/>
                  <a:pt x="10033" y="18855"/>
                  <a:pt x="10033" y="18914"/>
                </a:cubicBezTo>
                <a:cubicBezTo>
                  <a:pt x="10033" y="18943"/>
                  <a:pt x="10059" y="18975"/>
                  <a:pt x="10182" y="19088"/>
                </a:cubicBezTo>
                <a:cubicBezTo>
                  <a:pt x="10238" y="19140"/>
                  <a:pt x="10394" y="19244"/>
                  <a:pt x="10522" y="19313"/>
                </a:cubicBezTo>
                <a:cubicBezTo>
                  <a:pt x="10890" y="19514"/>
                  <a:pt x="10909" y="19521"/>
                  <a:pt x="11127" y="19570"/>
                </a:cubicBezTo>
                <a:cubicBezTo>
                  <a:pt x="11175" y="19580"/>
                  <a:pt x="11220" y="19595"/>
                  <a:pt x="11229" y="19605"/>
                </a:cubicBezTo>
                <a:cubicBezTo>
                  <a:pt x="11237" y="19614"/>
                  <a:pt x="11384" y="19638"/>
                  <a:pt x="11554" y="19659"/>
                </a:cubicBezTo>
                <a:cubicBezTo>
                  <a:pt x="11723" y="19680"/>
                  <a:pt x="11877" y="19714"/>
                  <a:pt x="11896" y="19733"/>
                </a:cubicBezTo>
                <a:cubicBezTo>
                  <a:pt x="11934" y="19769"/>
                  <a:pt x="12021" y="19809"/>
                  <a:pt x="12163" y="19861"/>
                </a:cubicBezTo>
                <a:cubicBezTo>
                  <a:pt x="12286" y="19906"/>
                  <a:pt x="12820" y="19906"/>
                  <a:pt x="12939" y="19861"/>
                </a:cubicBezTo>
                <a:cubicBezTo>
                  <a:pt x="12990" y="19841"/>
                  <a:pt x="13064" y="19798"/>
                  <a:pt x="13102" y="19768"/>
                </a:cubicBezTo>
                <a:cubicBezTo>
                  <a:pt x="13141" y="19737"/>
                  <a:pt x="13208" y="19695"/>
                  <a:pt x="13251" y="19675"/>
                </a:cubicBezTo>
                <a:cubicBezTo>
                  <a:pt x="13294" y="19654"/>
                  <a:pt x="13338" y="19629"/>
                  <a:pt x="13348" y="19616"/>
                </a:cubicBezTo>
                <a:cubicBezTo>
                  <a:pt x="13358" y="19604"/>
                  <a:pt x="13400" y="19576"/>
                  <a:pt x="13443" y="19554"/>
                </a:cubicBezTo>
                <a:cubicBezTo>
                  <a:pt x="13485" y="19532"/>
                  <a:pt x="13560" y="19480"/>
                  <a:pt x="13611" y="19438"/>
                </a:cubicBezTo>
                <a:cubicBezTo>
                  <a:pt x="13661" y="19396"/>
                  <a:pt x="13730" y="19360"/>
                  <a:pt x="13764" y="19360"/>
                </a:cubicBezTo>
                <a:cubicBezTo>
                  <a:pt x="13797" y="19360"/>
                  <a:pt x="13831" y="19346"/>
                  <a:pt x="13837" y="19329"/>
                </a:cubicBezTo>
                <a:cubicBezTo>
                  <a:pt x="13856" y="19275"/>
                  <a:pt x="13969" y="19295"/>
                  <a:pt x="14031" y="19364"/>
                </a:cubicBezTo>
                <a:cubicBezTo>
                  <a:pt x="14083" y="19422"/>
                  <a:pt x="14091" y="19444"/>
                  <a:pt x="14091" y="19566"/>
                </a:cubicBezTo>
                <a:cubicBezTo>
                  <a:pt x="14091" y="19688"/>
                  <a:pt x="14084" y="19708"/>
                  <a:pt x="14033" y="19756"/>
                </a:cubicBezTo>
                <a:cubicBezTo>
                  <a:pt x="13892" y="19889"/>
                  <a:pt x="13846" y="19927"/>
                  <a:pt x="13824" y="19927"/>
                </a:cubicBezTo>
                <a:cubicBezTo>
                  <a:pt x="13811" y="19927"/>
                  <a:pt x="13792" y="19940"/>
                  <a:pt x="13783" y="19954"/>
                </a:cubicBezTo>
                <a:cubicBezTo>
                  <a:pt x="13774" y="19968"/>
                  <a:pt x="13732" y="20001"/>
                  <a:pt x="13688" y="20024"/>
                </a:cubicBezTo>
                <a:cubicBezTo>
                  <a:pt x="13645" y="20047"/>
                  <a:pt x="13553" y="20100"/>
                  <a:pt x="13484" y="20140"/>
                </a:cubicBezTo>
                <a:cubicBezTo>
                  <a:pt x="13415" y="20181"/>
                  <a:pt x="13346" y="20210"/>
                  <a:pt x="13329" y="20210"/>
                </a:cubicBezTo>
                <a:cubicBezTo>
                  <a:pt x="13300" y="20210"/>
                  <a:pt x="13113" y="20311"/>
                  <a:pt x="13031" y="20369"/>
                </a:cubicBezTo>
                <a:cubicBezTo>
                  <a:pt x="12924" y="20447"/>
                  <a:pt x="12877" y="20472"/>
                  <a:pt x="12760" y="20513"/>
                </a:cubicBezTo>
                <a:cubicBezTo>
                  <a:pt x="12543" y="20588"/>
                  <a:pt x="12355" y="20676"/>
                  <a:pt x="12254" y="20750"/>
                </a:cubicBezTo>
                <a:cubicBezTo>
                  <a:pt x="12100" y="20862"/>
                  <a:pt x="12093" y="20867"/>
                  <a:pt x="12019" y="20901"/>
                </a:cubicBezTo>
                <a:cubicBezTo>
                  <a:pt x="11981" y="20919"/>
                  <a:pt x="11904" y="20954"/>
                  <a:pt x="11851" y="20983"/>
                </a:cubicBezTo>
                <a:cubicBezTo>
                  <a:pt x="11798" y="21011"/>
                  <a:pt x="11693" y="21055"/>
                  <a:pt x="11616" y="21080"/>
                </a:cubicBezTo>
                <a:cubicBezTo>
                  <a:pt x="11479" y="21123"/>
                  <a:pt x="11416" y="21152"/>
                  <a:pt x="11222" y="21247"/>
                </a:cubicBezTo>
                <a:cubicBezTo>
                  <a:pt x="10914" y="21397"/>
                  <a:pt x="10786" y="21485"/>
                  <a:pt x="10772" y="21561"/>
                </a:cubicBezTo>
                <a:cubicBezTo>
                  <a:pt x="10767" y="21591"/>
                  <a:pt x="11972" y="21600"/>
                  <a:pt x="16178" y="21600"/>
                </a:cubicBezTo>
                <a:lnTo>
                  <a:pt x="21591" y="21600"/>
                </a:lnTo>
                <a:lnTo>
                  <a:pt x="21591" y="17388"/>
                </a:lnTo>
                <a:lnTo>
                  <a:pt x="21591" y="13176"/>
                </a:lnTo>
                <a:lnTo>
                  <a:pt x="21524" y="13176"/>
                </a:lnTo>
                <a:cubicBezTo>
                  <a:pt x="21487" y="13176"/>
                  <a:pt x="21453" y="13188"/>
                  <a:pt x="21447" y="13199"/>
                </a:cubicBezTo>
                <a:cubicBezTo>
                  <a:pt x="21428" y="13233"/>
                  <a:pt x="21254" y="13334"/>
                  <a:pt x="21214" y="13335"/>
                </a:cubicBezTo>
                <a:cubicBezTo>
                  <a:pt x="21194" y="13336"/>
                  <a:pt x="21109" y="13378"/>
                  <a:pt x="21029" y="13432"/>
                </a:cubicBezTo>
                <a:cubicBezTo>
                  <a:pt x="20948" y="13486"/>
                  <a:pt x="20848" y="13553"/>
                  <a:pt x="20805" y="13580"/>
                </a:cubicBezTo>
                <a:cubicBezTo>
                  <a:pt x="20762" y="13607"/>
                  <a:pt x="20714" y="13642"/>
                  <a:pt x="20699" y="13661"/>
                </a:cubicBezTo>
                <a:cubicBezTo>
                  <a:pt x="20650" y="13726"/>
                  <a:pt x="20596" y="13778"/>
                  <a:pt x="20572" y="13778"/>
                </a:cubicBezTo>
                <a:cubicBezTo>
                  <a:pt x="20559" y="13778"/>
                  <a:pt x="20517" y="13812"/>
                  <a:pt x="20482" y="13855"/>
                </a:cubicBezTo>
                <a:cubicBezTo>
                  <a:pt x="20446" y="13899"/>
                  <a:pt x="20410" y="13933"/>
                  <a:pt x="20400" y="13933"/>
                </a:cubicBezTo>
                <a:cubicBezTo>
                  <a:pt x="20390" y="13933"/>
                  <a:pt x="20336" y="13999"/>
                  <a:pt x="20279" y="14077"/>
                </a:cubicBezTo>
                <a:cubicBezTo>
                  <a:pt x="20223" y="14155"/>
                  <a:pt x="20169" y="14216"/>
                  <a:pt x="20159" y="14216"/>
                </a:cubicBezTo>
                <a:cubicBezTo>
                  <a:pt x="20148" y="14216"/>
                  <a:pt x="20139" y="14231"/>
                  <a:pt x="20139" y="14247"/>
                </a:cubicBezTo>
                <a:cubicBezTo>
                  <a:pt x="20139" y="14264"/>
                  <a:pt x="20105" y="14316"/>
                  <a:pt x="20064" y="14360"/>
                </a:cubicBezTo>
                <a:cubicBezTo>
                  <a:pt x="20022" y="14404"/>
                  <a:pt x="19970" y="14475"/>
                  <a:pt x="19948" y="14519"/>
                </a:cubicBezTo>
                <a:cubicBezTo>
                  <a:pt x="19925" y="14563"/>
                  <a:pt x="19901" y="14597"/>
                  <a:pt x="19894" y="14597"/>
                </a:cubicBezTo>
                <a:cubicBezTo>
                  <a:pt x="19878" y="14597"/>
                  <a:pt x="19685" y="14137"/>
                  <a:pt x="19685" y="14100"/>
                </a:cubicBezTo>
                <a:cubicBezTo>
                  <a:pt x="19685" y="14086"/>
                  <a:pt x="19646" y="13990"/>
                  <a:pt x="19599" y="13886"/>
                </a:cubicBezTo>
                <a:cubicBezTo>
                  <a:pt x="19551" y="13783"/>
                  <a:pt x="19511" y="13688"/>
                  <a:pt x="19510" y="13677"/>
                </a:cubicBezTo>
                <a:cubicBezTo>
                  <a:pt x="19510" y="13665"/>
                  <a:pt x="19489" y="13614"/>
                  <a:pt x="19463" y="13564"/>
                </a:cubicBezTo>
                <a:cubicBezTo>
                  <a:pt x="19437" y="13514"/>
                  <a:pt x="19379" y="13400"/>
                  <a:pt x="19336" y="13308"/>
                </a:cubicBezTo>
                <a:cubicBezTo>
                  <a:pt x="19293" y="13216"/>
                  <a:pt x="19246" y="13120"/>
                  <a:pt x="19232" y="13094"/>
                </a:cubicBezTo>
                <a:cubicBezTo>
                  <a:pt x="19219" y="13069"/>
                  <a:pt x="19182" y="12989"/>
                  <a:pt x="19148" y="12916"/>
                </a:cubicBezTo>
                <a:cubicBezTo>
                  <a:pt x="19096" y="12803"/>
                  <a:pt x="18868" y="12375"/>
                  <a:pt x="18748" y="12167"/>
                </a:cubicBezTo>
                <a:cubicBezTo>
                  <a:pt x="18728" y="12132"/>
                  <a:pt x="18702" y="12105"/>
                  <a:pt x="18692" y="12105"/>
                </a:cubicBezTo>
                <a:cubicBezTo>
                  <a:pt x="18681" y="12105"/>
                  <a:pt x="18667" y="12083"/>
                  <a:pt x="18660" y="12058"/>
                </a:cubicBezTo>
                <a:cubicBezTo>
                  <a:pt x="18642" y="12003"/>
                  <a:pt x="18540" y="11877"/>
                  <a:pt x="18453" y="11802"/>
                </a:cubicBezTo>
                <a:cubicBezTo>
                  <a:pt x="18417" y="11771"/>
                  <a:pt x="18332" y="11644"/>
                  <a:pt x="18263" y="11518"/>
                </a:cubicBezTo>
                <a:cubicBezTo>
                  <a:pt x="18086" y="11192"/>
                  <a:pt x="17989" y="11104"/>
                  <a:pt x="17770" y="11076"/>
                </a:cubicBezTo>
                <a:cubicBezTo>
                  <a:pt x="17575" y="11051"/>
                  <a:pt x="17518" y="11024"/>
                  <a:pt x="17518" y="10955"/>
                </a:cubicBezTo>
                <a:cubicBezTo>
                  <a:pt x="17518" y="10885"/>
                  <a:pt x="17574" y="10843"/>
                  <a:pt x="17669" y="10843"/>
                </a:cubicBezTo>
                <a:cubicBezTo>
                  <a:pt x="17715" y="10843"/>
                  <a:pt x="17799" y="10815"/>
                  <a:pt x="17854" y="10781"/>
                </a:cubicBezTo>
                <a:cubicBezTo>
                  <a:pt x="17909" y="10746"/>
                  <a:pt x="17967" y="10715"/>
                  <a:pt x="17985" y="10715"/>
                </a:cubicBezTo>
                <a:cubicBezTo>
                  <a:pt x="18003" y="10715"/>
                  <a:pt x="18033" y="10687"/>
                  <a:pt x="18050" y="10653"/>
                </a:cubicBezTo>
                <a:cubicBezTo>
                  <a:pt x="18067" y="10618"/>
                  <a:pt x="18097" y="10583"/>
                  <a:pt x="18117" y="10571"/>
                </a:cubicBezTo>
                <a:cubicBezTo>
                  <a:pt x="18137" y="10560"/>
                  <a:pt x="18169" y="10516"/>
                  <a:pt x="18188" y="10474"/>
                </a:cubicBezTo>
                <a:cubicBezTo>
                  <a:pt x="18217" y="10408"/>
                  <a:pt x="18231" y="10398"/>
                  <a:pt x="18289" y="10416"/>
                </a:cubicBezTo>
                <a:cubicBezTo>
                  <a:pt x="18326" y="10427"/>
                  <a:pt x="18387" y="10427"/>
                  <a:pt x="18425" y="10416"/>
                </a:cubicBezTo>
                <a:cubicBezTo>
                  <a:pt x="18482" y="10398"/>
                  <a:pt x="18500" y="10376"/>
                  <a:pt x="18530" y="10272"/>
                </a:cubicBezTo>
                <a:cubicBezTo>
                  <a:pt x="18550" y="10204"/>
                  <a:pt x="18567" y="10113"/>
                  <a:pt x="18567" y="10070"/>
                </a:cubicBezTo>
                <a:cubicBezTo>
                  <a:pt x="18567" y="10012"/>
                  <a:pt x="18583" y="9977"/>
                  <a:pt x="18634" y="9931"/>
                </a:cubicBezTo>
                <a:cubicBezTo>
                  <a:pt x="18696" y="9873"/>
                  <a:pt x="18759" y="9844"/>
                  <a:pt x="18830" y="9837"/>
                </a:cubicBezTo>
                <a:cubicBezTo>
                  <a:pt x="18863" y="9834"/>
                  <a:pt x="19021" y="9591"/>
                  <a:pt x="19021" y="9542"/>
                </a:cubicBezTo>
                <a:cubicBezTo>
                  <a:pt x="19021" y="9524"/>
                  <a:pt x="19040" y="9463"/>
                  <a:pt x="19064" y="9406"/>
                </a:cubicBezTo>
                <a:cubicBezTo>
                  <a:pt x="19089" y="9350"/>
                  <a:pt x="19108" y="9276"/>
                  <a:pt x="19108" y="9243"/>
                </a:cubicBezTo>
                <a:cubicBezTo>
                  <a:pt x="19108" y="9211"/>
                  <a:pt x="19114" y="9171"/>
                  <a:pt x="19123" y="9154"/>
                </a:cubicBezTo>
                <a:cubicBezTo>
                  <a:pt x="19131" y="9138"/>
                  <a:pt x="19153" y="9051"/>
                  <a:pt x="19170" y="8964"/>
                </a:cubicBezTo>
                <a:cubicBezTo>
                  <a:pt x="19187" y="8877"/>
                  <a:pt x="19210" y="8795"/>
                  <a:pt x="19222" y="8778"/>
                </a:cubicBezTo>
                <a:cubicBezTo>
                  <a:pt x="19233" y="8760"/>
                  <a:pt x="19253" y="8707"/>
                  <a:pt x="19267" y="8661"/>
                </a:cubicBezTo>
                <a:cubicBezTo>
                  <a:pt x="19302" y="8541"/>
                  <a:pt x="19467" y="8288"/>
                  <a:pt x="19508" y="8288"/>
                </a:cubicBezTo>
                <a:cubicBezTo>
                  <a:pt x="19564" y="8288"/>
                  <a:pt x="19685" y="8016"/>
                  <a:pt x="19685" y="7892"/>
                </a:cubicBezTo>
                <a:cubicBezTo>
                  <a:pt x="19685" y="7836"/>
                  <a:pt x="19696" y="7774"/>
                  <a:pt x="19711" y="7753"/>
                </a:cubicBezTo>
                <a:cubicBezTo>
                  <a:pt x="19731" y="7722"/>
                  <a:pt x="19739" y="7627"/>
                  <a:pt x="19739" y="7306"/>
                </a:cubicBezTo>
                <a:cubicBezTo>
                  <a:pt x="19739" y="6915"/>
                  <a:pt x="19748" y="6824"/>
                  <a:pt x="19786" y="6906"/>
                </a:cubicBezTo>
                <a:cubicBezTo>
                  <a:pt x="19796" y="6928"/>
                  <a:pt x="19852" y="6952"/>
                  <a:pt x="19909" y="6957"/>
                </a:cubicBezTo>
                <a:cubicBezTo>
                  <a:pt x="19991" y="6964"/>
                  <a:pt x="20019" y="6952"/>
                  <a:pt x="20053" y="6903"/>
                </a:cubicBezTo>
                <a:cubicBezTo>
                  <a:pt x="20087" y="6852"/>
                  <a:pt x="20092" y="6834"/>
                  <a:pt x="20075" y="6802"/>
                </a:cubicBezTo>
                <a:cubicBezTo>
                  <a:pt x="20063" y="6780"/>
                  <a:pt x="20053" y="6741"/>
                  <a:pt x="20053" y="6716"/>
                </a:cubicBezTo>
                <a:cubicBezTo>
                  <a:pt x="20053" y="6692"/>
                  <a:pt x="20024" y="6605"/>
                  <a:pt x="19991" y="6522"/>
                </a:cubicBezTo>
                <a:cubicBezTo>
                  <a:pt x="19957" y="6439"/>
                  <a:pt x="19930" y="6343"/>
                  <a:pt x="19930" y="6309"/>
                </a:cubicBezTo>
                <a:cubicBezTo>
                  <a:pt x="19930" y="6274"/>
                  <a:pt x="19919" y="6225"/>
                  <a:pt x="19904" y="6204"/>
                </a:cubicBezTo>
                <a:cubicBezTo>
                  <a:pt x="19890" y="6182"/>
                  <a:pt x="19879" y="6143"/>
                  <a:pt x="19879" y="6115"/>
                </a:cubicBezTo>
                <a:cubicBezTo>
                  <a:pt x="19879" y="6086"/>
                  <a:pt x="19865" y="6024"/>
                  <a:pt x="19851" y="5975"/>
                </a:cubicBezTo>
                <a:cubicBezTo>
                  <a:pt x="19836" y="5925"/>
                  <a:pt x="19825" y="5853"/>
                  <a:pt x="19825" y="5816"/>
                </a:cubicBezTo>
                <a:cubicBezTo>
                  <a:pt x="19824" y="5779"/>
                  <a:pt x="19813" y="5721"/>
                  <a:pt x="19799" y="5687"/>
                </a:cubicBezTo>
                <a:cubicBezTo>
                  <a:pt x="19780" y="5641"/>
                  <a:pt x="19773" y="5532"/>
                  <a:pt x="19773" y="5241"/>
                </a:cubicBezTo>
                <a:cubicBezTo>
                  <a:pt x="19773" y="5017"/>
                  <a:pt x="19766" y="4845"/>
                  <a:pt x="19756" y="4833"/>
                </a:cubicBezTo>
                <a:cubicBezTo>
                  <a:pt x="19746" y="4823"/>
                  <a:pt x="19737" y="4768"/>
                  <a:pt x="19736" y="4713"/>
                </a:cubicBezTo>
                <a:cubicBezTo>
                  <a:pt x="19736" y="4658"/>
                  <a:pt x="19725" y="4584"/>
                  <a:pt x="19711" y="4550"/>
                </a:cubicBezTo>
                <a:cubicBezTo>
                  <a:pt x="19697" y="4516"/>
                  <a:pt x="19685" y="4450"/>
                  <a:pt x="19685" y="4403"/>
                </a:cubicBezTo>
                <a:cubicBezTo>
                  <a:pt x="19685" y="4355"/>
                  <a:pt x="19677" y="4308"/>
                  <a:pt x="19668" y="4298"/>
                </a:cubicBezTo>
                <a:cubicBezTo>
                  <a:pt x="19658" y="4287"/>
                  <a:pt x="19650" y="4245"/>
                  <a:pt x="19650" y="4205"/>
                </a:cubicBezTo>
                <a:cubicBezTo>
                  <a:pt x="19650" y="4164"/>
                  <a:pt x="19639" y="4114"/>
                  <a:pt x="19624" y="4092"/>
                </a:cubicBezTo>
                <a:cubicBezTo>
                  <a:pt x="19610" y="4070"/>
                  <a:pt x="19599" y="4024"/>
                  <a:pt x="19599" y="3991"/>
                </a:cubicBezTo>
                <a:cubicBezTo>
                  <a:pt x="19599" y="3958"/>
                  <a:pt x="19577" y="3877"/>
                  <a:pt x="19553" y="3809"/>
                </a:cubicBezTo>
                <a:cubicBezTo>
                  <a:pt x="19529" y="3740"/>
                  <a:pt x="19510" y="3660"/>
                  <a:pt x="19510" y="3634"/>
                </a:cubicBezTo>
                <a:cubicBezTo>
                  <a:pt x="19510" y="3608"/>
                  <a:pt x="19502" y="3587"/>
                  <a:pt x="19493" y="3587"/>
                </a:cubicBezTo>
                <a:cubicBezTo>
                  <a:pt x="19484" y="3587"/>
                  <a:pt x="19464" y="3532"/>
                  <a:pt x="19448" y="3467"/>
                </a:cubicBezTo>
                <a:cubicBezTo>
                  <a:pt x="19400" y="3277"/>
                  <a:pt x="19033" y="2530"/>
                  <a:pt x="19004" y="2562"/>
                </a:cubicBezTo>
                <a:cubicBezTo>
                  <a:pt x="18997" y="2570"/>
                  <a:pt x="18974" y="2532"/>
                  <a:pt x="18952" y="2481"/>
                </a:cubicBezTo>
                <a:cubicBezTo>
                  <a:pt x="18931" y="2430"/>
                  <a:pt x="18907" y="2388"/>
                  <a:pt x="18896" y="2388"/>
                </a:cubicBezTo>
                <a:cubicBezTo>
                  <a:pt x="18886" y="2388"/>
                  <a:pt x="18852" y="2348"/>
                  <a:pt x="18821" y="2298"/>
                </a:cubicBezTo>
                <a:cubicBezTo>
                  <a:pt x="18790" y="2249"/>
                  <a:pt x="18701" y="2171"/>
                  <a:pt x="18625" y="2124"/>
                </a:cubicBezTo>
                <a:cubicBezTo>
                  <a:pt x="18339" y="1944"/>
                  <a:pt x="18337" y="1902"/>
                  <a:pt x="18614" y="1891"/>
                </a:cubicBezTo>
                <a:cubicBezTo>
                  <a:pt x="18800" y="1883"/>
                  <a:pt x="18837" y="1890"/>
                  <a:pt x="18901" y="1945"/>
                </a:cubicBezTo>
                <a:cubicBezTo>
                  <a:pt x="18949" y="1987"/>
                  <a:pt x="19011" y="2011"/>
                  <a:pt x="19077" y="2011"/>
                </a:cubicBezTo>
                <a:cubicBezTo>
                  <a:pt x="19173" y="2011"/>
                  <a:pt x="19179" y="2005"/>
                  <a:pt x="19179" y="1934"/>
                </a:cubicBezTo>
                <a:cubicBezTo>
                  <a:pt x="19179" y="1853"/>
                  <a:pt x="19060" y="1654"/>
                  <a:pt x="19006" y="1646"/>
                </a:cubicBezTo>
                <a:cubicBezTo>
                  <a:pt x="18972" y="1641"/>
                  <a:pt x="18848" y="1572"/>
                  <a:pt x="18806" y="1534"/>
                </a:cubicBezTo>
                <a:cubicBezTo>
                  <a:pt x="18765" y="1497"/>
                  <a:pt x="18474" y="1496"/>
                  <a:pt x="18453" y="1534"/>
                </a:cubicBezTo>
                <a:cubicBezTo>
                  <a:pt x="18444" y="1550"/>
                  <a:pt x="18403" y="1571"/>
                  <a:pt x="18364" y="1580"/>
                </a:cubicBezTo>
                <a:cubicBezTo>
                  <a:pt x="18326" y="1589"/>
                  <a:pt x="18270" y="1610"/>
                  <a:pt x="18240" y="1627"/>
                </a:cubicBezTo>
                <a:cubicBezTo>
                  <a:pt x="18160" y="1670"/>
                  <a:pt x="18148" y="1630"/>
                  <a:pt x="18160" y="1382"/>
                </a:cubicBezTo>
                <a:cubicBezTo>
                  <a:pt x="18169" y="1194"/>
                  <a:pt x="18164" y="1149"/>
                  <a:pt x="18117" y="967"/>
                </a:cubicBezTo>
                <a:cubicBezTo>
                  <a:pt x="18060" y="748"/>
                  <a:pt x="18018" y="659"/>
                  <a:pt x="17914" y="540"/>
                </a:cubicBezTo>
                <a:cubicBezTo>
                  <a:pt x="17841" y="455"/>
                  <a:pt x="17811" y="447"/>
                  <a:pt x="17759" y="497"/>
                </a:cubicBezTo>
                <a:cubicBezTo>
                  <a:pt x="17731" y="524"/>
                  <a:pt x="17728" y="552"/>
                  <a:pt x="17738" y="633"/>
                </a:cubicBezTo>
                <a:cubicBezTo>
                  <a:pt x="17744" y="688"/>
                  <a:pt x="17759" y="755"/>
                  <a:pt x="17770" y="781"/>
                </a:cubicBezTo>
                <a:cubicBezTo>
                  <a:pt x="17781" y="807"/>
                  <a:pt x="17798" y="861"/>
                  <a:pt x="17809" y="905"/>
                </a:cubicBezTo>
                <a:cubicBezTo>
                  <a:pt x="17877" y="1176"/>
                  <a:pt x="17888" y="1225"/>
                  <a:pt x="17878" y="1274"/>
                </a:cubicBezTo>
                <a:cubicBezTo>
                  <a:pt x="17868" y="1318"/>
                  <a:pt x="17843" y="1289"/>
                  <a:pt x="17746" y="1111"/>
                </a:cubicBezTo>
                <a:cubicBezTo>
                  <a:pt x="17681" y="990"/>
                  <a:pt x="17605" y="862"/>
                  <a:pt x="17578" y="827"/>
                </a:cubicBezTo>
                <a:cubicBezTo>
                  <a:pt x="17552" y="792"/>
                  <a:pt x="17507" y="729"/>
                  <a:pt x="17477" y="684"/>
                </a:cubicBezTo>
                <a:cubicBezTo>
                  <a:pt x="17447" y="638"/>
                  <a:pt x="17398" y="587"/>
                  <a:pt x="17369" y="575"/>
                </a:cubicBezTo>
                <a:cubicBezTo>
                  <a:pt x="17341" y="562"/>
                  <a:pt x="17304" y="536"/>
                  <a:pt x="17290" y="513"/>
                </a:cubicBezTo>
                <a:cubicBezTo>
                  <a:pt x="17267" y="477"/>
                  <a:pt x="17171" y="403"/>
                  <a:pt x="16975" y="272"/>
                </a:cubicBezTo>
                <a:cubicBezTo>
                  <a:pt x="16840" y="182"/>
                  <a:pt x="16713" y="148"/>
                  <a:pt x="16506" y="148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 txBox="1"/>
          <p:nvPr/>
        </p:nvSpPr>
        <p:spPr>
          <a:xfrm>
            <a:off x="412321" y="539882"/>
            <a:ext cx="4339329" cy="38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sz="2600">
                <a:solidFill>
                  <a:srgbClr val="4B6981"/>
                </a:solidFill>
                <a:latin typeface="Playfair Display Semi Bold"/>
                <a:ea typeface="Playfair Display Semi Bold"/>
                <a:cs typeface="Playfair Display Semi Bold"/>
                <a:sym typeface="Playfair Display Semi Bold"/>
              </a:defRPr>
            </a:lvl1pPr>
          </a:lstStyle>
          <a:p>
            <a:r>
              <a:rPr lang="ru-RU" dirty="0"/>
              <a:t>В дальнейшем мы планируем:</a:t>
            </a:r>
            <a:endParaRPr dirty="0"/>
          </a:p>
        </p:txBody>
      </p:sp>
      <p:sp>
        <p:nvSpPr>
          <p:cNvPr id="154" name="Shape 2"/>
          <p:cNvSpPr/>
          <p:nvPr/>
        </p:nvSpPr>
        <p:spPr>
          <a:xfrm>
            <a:off x="500881" y="1550862"/>
            <a:ext cx="8142238" cy="35681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5" name="Shape 8"/>
          <p:cNvSpPr/>
          <p:nvPr/>
        </p:nvSpPr>
        <p:spPr>
          <a:xfrm>
            <a:off x="500881" y="2264493"/>
            <a:ext cx="8142238" cy="35681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6" name="Text 20"/>
          <p:cNvSpPr txBox="1"/>
          <p:nvPr/>
        </p:nvSpPr>
        <p:spPr>
          <a:xfrm>
            <a:off x="398369" y="1448790"/>
            <a:ext cx="8151764" cy="1477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spcBef>
                <a:spcPts val="1600"/>
              </a:spcBef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ru-RU"/>
              <a:t>В дальнейшем мы планируем:</a:t>
            </a:r>
            <a:br>
              <a:rPr lang="ru-RU"/>
            </a:br>
            <a:r>
              <a:rPr lang="ru-RU"/>
              <a:t>1. Добавить новые уровни сложности</a:t>
            </a:r>
            <a:br>
              <a:rPr lang="ru-RU"/>
            </a:br>
            <a:r>
              <a:rPr lang="ru-RU"/>
              <a:t>2. Создать новые сценарии и мини-игры</a:t>
            </a:r>
            <a:br>
              <a:rPr lang="ru-RU"/>
            </a:br>
            <a:r>
              <a:rPr lang="ru-RU"/>
              <a:t>3. Улучшить обратную связь</a:t>
            </a:r>
            <a:br>
              <a:rPr lang="ru-RU"/>
            </a:br>
            <a:r>
              <a:rPr lang="ru-RU"/>
              <a:t>4. Провести тестирование с реальными пользователями</a:t>
            </a:r>
            <a:br>
              <a:rPr lang="ru-RU"/>
            </a:br>
            <a:r>
              <a:rPr lang="ru-RU"/>
              <a:t>5. Добавить многоязычную поддержку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EE7AD05-DA0E-42CD-83F9-C09DA3278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298" y="2926118"/>
            <a:ext cx="4292821" cy="208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47623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Вывод…"/>
          <p:cNvSpPr txBox="1"/>
          <p:nvPr/>
        </p:nvSpPr>
        <p:spPr>
          <a:xfrm>
            <a:off x="203055" y="435355"/>
            <a:ext cx="8976173" cy="1364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600"/>
              </a:spcBef>
              <a:defRPr sz="24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dirty="0" err="1"/>
              <a:t>Вывод</a:t>
            </a:r>
            <a:endParaRPr dirty="0"/>
          </a:p>
          <a:p>
            <a:pPr defTabSz="457200">
              <a:spcBef>
                <a:spcPts val="1600"/>
              </a:spcBef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ходе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была</a:t>
            </a:r>
            <a:r>
              <a:rPr dirty="0"/>
              <a:t> </a:t>
            </a:r>
            <a:r>
              <a:rPr dirty="0" err="1"/>
              <a:t>создана</a:t>
            </a:r>
            <a:r>
              <a:rPr dirty="0"/>
              <a:t> </a:t>
            </a:r>
            <a:r>
              <a:rPr dirty="0" err="1"/>
              <a:t>игра</a:t>
            </a:r>
            <a:r>
              <a:rPr dirty="0"/>
              <a:t>, </a:t>
            </a:r>
            <a:r>
              <a:rPr dirty="0" err="1"/>
              <a:t>которая</a:t>
            </a:r>
            <a:r>
              <a:rPr dirty="0"/>
              <a:t> </a:t>
            </a:r>
            <a:r>
              <a:rPr dirty="0" err="1"/>
              <a:t>поможет</a:t>
            </a:r>
            <a:r>
              <a:rPr dirty="0"/>
              <a:t> </a:t>
            </a:r>
            <a:r>
              <a:rPr dirty="0" err="1"/>
              <a:t>людям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страха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зубрёжки</a:t>
            </a:r>
            <a:r>
              <a:rPr dirty="0"/>
              <a:t> </a:t>
            </a:r>
            <a:r>
              <a:rPr dirty="0" err="1"/>
              <a:t>изучать</a:t>
            </a:r>
            <a:endParaRPr lang="en-US" dirty="0"/>
          </a:p>
          <a:p>
            <a:pPr defTabSz="457200">
              <a:spcBef>
                <a:spcPts val="1600"/>
              </a:spcBef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dirty="0" err="1"/>
              <a:t>английский</a:t>
            </a:r>
            <a:r>
              <a:rPr dirty="0"/>
              <a:t> </a:t>
            </a:r>
            <a:r>
              <a:rPr dirty="0" err="1"/>
              <a:t>язык</a:t>
            </a:r>
            <a:r>
              <a:rPr dirty="0"/>
              <a:t>.</a:t>
            </a:r>
          </a:p>
        </p:txBody>
      </p:sp>
      <p:sp>
        <p:nvSpPr>
          <p:cNvPr id="160" name="Главные итоги:…"/>
          <p:cNvSpPr txBox="1"/>
          <p:nvPr/>
        </p:nvSpPr>
        <p:spPr>
          <a:xfrm>
            <a:off x="223887" y="1982774"/>
            <a:ext cx="3935071" cy="1177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600"/>
              </a:spcBef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Главные итоги:</a:t>
            </a:r>
          </a:p>
          <a:p>
            <a:pPr defTabSz="457200">
              <a:spcBef>
                <a:spcPts val="1600"/>
              </a:spcBef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Рабочая игра на Python + Pygame</a:t>
            </a:r>
          </a:p>
          <a:p>
            <a:pPr defTabSz="457200">
              <a:spcBef>
                <a:spcPts val="1600"/>
              </a:spcBef>
              <a:defRPr sz="1600">
                <a:solidFill>
                  <a:srgbClr val="0F111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>
                <a:solidFill>
                  <a:srgbClr val="535353"/>
                </a:solidFill>
              </a:rPr>
              <a:t>Живые диалоги вместо скучных прави</a:t>
            </a:r>
            <a:r>
              <a:t>л</a:t>
            </a:r>
          </a:p>
        </p:txBody>
      </p:sp>
      <p:pic>
        <p:nvPicPr>
          <p:cNvPr id="161" name="1680956470_pictures-pibig-info-p-professiya-programmist-risunok-pinterest-3.png" descr="1680956470_pictures-pibig-info-p-professiya-programmist-risunok-pinterest-3.png"/>
          <p:cNvPicPr>
            <a:picLocks noChangeAspect="1"/>
          </p:cNvPicPr>
          <p:nvPr/>
        </p:nvPicPr>
        <p:blipFill>
          <a:blip r:embed="rId2"/>
          <a:srcRect l="11201" t="2249" r="11191" b="1603"/>
          <a:stretch>
            <a:fillRect/>
          </a:stretch>
        </p:blipFill>
        <p:spPr>
          <a:xfrm>
            <a:off x="5376453" y="1511916"/>
            <a:ext cx="3287574" cy="33204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1" h="21584" extrusionOk="0">
                <a:moveTo>
                  <a:pt x="12316" y="3"/>
                </a:moveTo>
                <a:cubicBezTo>
                  <a:pt x="12246" y="-6"/>
                  <a:pt x="12187" y="3"/>
                  <a:pt x="12106" y="27"/>
                </a:cubicBezTo>
                <a:cubicBezTo>
                  <a:pt x="11939" y="75"/>
                  <a:pt x="11774" y="240"/>
                  <a:pt x="11706" y="429"/>
                </a:cubicBezTo>
                <a:cubicBezTo>
                  <a:pt x="11652" y="579"/>
                  <a:pt x="11652" y="663"/>
                  <a:pt x="11701" y="780"/>
                </a:cubicBezTo>
                <a:cubicBezTo>
                  <a:pt x="11753" y="904"/>
                  <a:pt x="11747" y="969"/>
                  <a:pt x="11675" y="1118"/>
                </a:cubicBezTo>
                <a:cubicBezTo>
                  <a:pt x="11641" y="1189"/>
                  <a:pt x="11613" y="1288"/>
                  <a:pt x="11613" y="1340"/>
                </a:cubicBezTo>
                <a:cubicBezTo>
                  <a:pt x="11613" y="1391"/>
                  <a:pt x="11601" y="1440"/>
                  <a:pt x="11587" y="1448"/>
                </a:cubicBezTo>
                <a:cubicBezTo>
                  <a:pt x="11572" y="1457"/>
                  <a:pt x="11563" y="1590"/>
                  <a:pt x="11563" y="1760"/>
                </a:cubicBezTo>
                <a:cubicBezTo>
                  <a:pt x="11563" y="1931"/>
                  <a:pt x="11552" y="2061"/>
                  <a:pt x="11537" y="2070"/>
                </a:cubicBezTo>
                <a:cubicBezTo>
                  <a:pt x="11523" y="2079"/>
                  <a:pt x="11511" y="2207"/>
                  <a:pt x="11511" y="2369"/>
                </a:cubicBezTo>
                <a:cubicBezTo>
                  <a:pt x="11511" y="2531"/>
                  <a:pt x="11502" y="2660"/>
                  <a:pt x="11488" y="2668"/>
                </a:cubicBezTo>
                <a:cubicBezTo>
                  <a:pt x="11474" y="2677"/>
                  <a:pt x="11462" y="2753"/>
                  <a:pt x="11462" y="2839"/>
                </a:cubicBezTo>
                <a:cubicBezTo>
                  <a:pt x="11462" y="2924"/>
                  <a:pt x="11451" y="3004"/>
                  <a:pt x="11439" y="3017"/>
                </a:cubicBezTo>
                <a:cubicBezTo>
                  <a:pt x="11426" y="3030"/>
                  <a:pt x="11412" y="3098"/>
                  <a:pt x="11405" y="3166"/>
                </a:cubicBezTo>
                <a:cubicBezTo>
                  <a:pt x="11398" y="3235"/>
                  <a:pt x="11380" y="3339"/>
                  <a:pt x="11366" y="3401"/>
                </a:cubicBezTo>
                <a:cubicBezTo>
                  <a:pt x="11352" y="3463"/>
                  <a:pt x="11325" y="3576"/>
                  <a:pt x="11309" y="3651"/>
                </a:cubicBezTo>
                <a:cubicBezTo>
                  <a:pt x="11293" y="3727"/>
                  <a:pt x="11271" y="3810"/>
                  <a:pt x="11260" y="3837"/>
                </a:cubicBezTo>
                <a:cubicBezTo>
                  <a:pt x="11241" y="3884"/>
                  <a:pt x="11229" y="3944"/>
                  <a:pt x="11195" y="4185"/>
                </a:cubicBezTo>
                <a:cubicBezTo>
                  <a:pt x="11187" y="4240"/>
                  <a:pt x="11171" y="4296"/>
                  <a:pt x="11158" y="4309"/>
                </a:cubicBezTo>
                <a:cubicBezTo>
                  <a:pt x="11146" y="4322"/>
                  <a:pt x="11136" y="4362"/>
                  <a:pt x="11135" y="4397"/>
                </a:cubicBezTo>
                <a:cubicBezTo>
                  <a:pt x="11135" y="4432"/>
                  <a:pt x="11118" y="4489"/>
                  <a:pt x="11099" y="4523"/>
                </a:cubicBezTo>
                <a:cubicBezTo>
                  <a:pt x="11079" y="4557"/>
                  <a:pt x="11063" y="4619"/>
                  <a:pt x="11062" y="4663"/>
                </a:cubicBezTo>
                <a:cubicBezTo>
                  <a:pt x="11062" y="4706"/>
                  <a:pt x="11050" y="4750"/>
                  <a:pt x="11036" y="4758"/>
                </a:cubicBezTo>
                <a:cubicBezTo>
                  <a:pt x="11023" y="4766"/>
                  <a:pt x="11013" y="4812"/>
                  <a:pt x="11013" y="4859"/>
                </a:cubicBezTo>
                <a:cubicBezTo>
                  <a:pt x="11013" y="4905"/>
                  <a:pt x="11001" y="4948"/>
                  <a:pt x="10987" y="4957"/>
                </a:cubicBezTo>
                <a:cubicBezTo>
                  <a:pt x="10973" y="4965"/>
                  <a:pt x="10961" y="5017"/>
                  <a:pt x="10961" y="5070"/>
                </a:cubicBezTo>
                <a:cubicBezTo>
                  <a:pt x="10961" y="5123"/>
                  <a:pt x="10952" y="5173"/>
                  <a:pt x="10938" y="5181"/>
                </a:cubicBezTo>
                <a:cubicBezTo>
                  <a:pt x="10924" y="5190"/>
                  <a:pt x="10912" y="5235"/>
                  <a:pt x="10912" y="5282"/>
                </a:cubicBezTo>
                <a:cubicBezTo>
                  <a:pt x="10912" y="5328"/>
                  <a:pt x="10900" y="5371"/>
                  <a:pt x="10886" y="5380"/>
                </a:cubicBezTo>
                <a:cubicBezTo>
                  <a:pt x="10872" y="5388"/>
                  <a:pt x="10863" y="5420"/>
                  <a:pt x="10863" y="5449"/>
                </a:cubicBezTo>
                <a:cubicBezTo>
                  <a:pt x="10863" y="5505"/>
                  <a:pt x="10821" y="5651"/>
                  <a:pt x="10785" y="5723"/>
                </a:cubicBezTo>
                <a:cubicBezTo>
                  <a:pt x="10773" y="5747"/>
                  <a:pt x="10761" y="5789"/>
                  <a:pt x="10761" y="5816"/>
                </a:cubicBezTo>
                <a:cubicBezTo>
                  <a:pt x="10761" y="5860"/>
                  <a:pt x="10716" y="5981"/>
                  <a:pt x="10658" y="6097"/>
                </a:cubicBezTo>
                <a:cubicBezTo>
                  <a:pt x="10645" y="6121"/>
                  <a:pt x="10637" y="6166"/>
                  <a:pt x="10637" y="6200"/>
                </a:cubicBezTo>
                <a:cubicBezTo>
                  <a:pt x="10637" y="6234"/>
                  <a:pt x="10625" y="6269"/>
                  <a:pt x="10611" y="6277"/>
                </a:cubicBezTo>
                <a:cubicBezTo>
                  <a:pt x="10597" y="6286"/>
                  <a:pt x="10587" y="6320"/>
                  <a:pt x="10587" y="6352"/>
                </a:cubicBezTo>
                <a:cubicBezTo>
                  <a:pt x="10587" y="6385"/>
                  <a:pt x="10575" y="6419"/>
                  <a:pt x="10561" y="6427"/>
                </a:cubicBezTo>
                <a:cubicBezTo>
                  <a:pt x="10548" y="6436"/>
                  <a:pt x="10536" y="6500"/>
                  <a:pt x="10536" y="6574"/>
                </a:cubicBezTo>
                <a:cubicBezTo>
                  <a:pt x="10536" y="6648"/>
                  <a:pt x="10526" y="6715"/>
                  <a:pt x="10512" y="6724"/>
                </a:cubicBezTo>
                <a:cubicBezTo>
                  <a:pt x="10498" y="6732"/>
                  <a:pt x="10486" y="6800"/>
                  <a:pt x="10486" y="6873"/>
                </a:cubicBezTo>
                <a:cubicBezTo>
                  <a:pt x="10486" y="6947"/>
                  <a:pt x="10498" y="7015"/>
                  <a:pt x="10512" y="7023"/>
                </a:cubicBezTo>
                <a:cubicBezTo>
                  <a:pt x="10526" y="7031"/>
                  <a:pt x="10536" y="7077"/>
                  <a:pt x="10536" y="7124"/>
                </a:cubicBezTo>
                <a:cubicBezTo>
                  <a:pt x="10536" y="7170"/>
                  <a:pt x="10548" y="7213"/>
                  <a:pt x="10561" y="7222"/>
                </a:cubicBezTo>
                <a:cubicBezTo>
                  <a:pt x="10605" y="7248"/>
                  <a:pt x="10587" y="7428"/>
                  <a:pt x="10533" y="7526"/>
                </a:cubicBezTo>
                <a:cubicBezTo>
                  <a:pt x="10460" y="7658"/>
                  <a:pt x="10390" y="7727"/>
                  <a:pt x="10377" y="7681"/>
                </a:cubicBezTo>
                <a:cubicBezTo>
                  <a:pt x="10372" y="7661"/>
                  <a:pt x="10357" y="7606"/>
                  <a:pt x="10341" y="7557"/>
                </a:cubicBezTo>
                <a:cubicBezTo>
                  <a:pt x="10325" y="7508"/>
                  <a:pt x="10312" y="7429"/>
                  <a:pt x="10312" y="7382"/>
                </a:cubicBezTo>
                <a:cubicBezTo>
                  <a:pt x="10312" y="7334"/>
                  <a:pt x="10301" y="7284"/>
                  <a:pt x="10289" y="7271"/>
                </a:cubicBezTo>
                <a:cubicBezTo>
                  <a:pt x="10277" y="7258"/>
                  <a:pt x="10259" y="7198"/>
                  <a:pt x="10253" y="7137"/>
                </a:cubicBezTo>
                <a:cubicBezTo>
                  <a:pt x="10246" y="7075"/>
                  <a:pt x="10224" y="6949"/>
                  <a:pt x="10201" y="6860"/>
                </a:cubicBezTo>
                <a:cubicBezTo>
                  <a:pt x="10178" y="6772"/>
                  <a:pt x="10151" y="6655"/>
                  <a:pt x="10144" y="6600"/>
                </a:cubicBezTo>
                <a:cubicBezTo>
                  <a:pt x="10136" y="6545"/>
                  <a:pt x="10120" y="6489"/>
                  <a:pt x="10107" y="6476"/>
                </a:cubicBezTo>
                <a:cubicBezTo>
                  <a:pt x="10095" y="6463"/>
                  <a:pt x="10086" y="6405"/>
                  <a:pt x="10086" y="6347"/>
                </a:cubicBezTo>
                <a:cubicBezTo>
                  <a:pt x="10086" y="6289"/>
                  <a:pt x="10074" y="6234"/>
                  <a:pt x="10061" y="6226"/>
                </a:cubicBezTo>
                <a:cubicBezTo>
                  <a:pt x="10047" y="6217"/>
                  <a:pt x="10035" y="6186"/>
                  <a:pt x="10035" y="6156"/>
                </a:cubicBezTo>
                <a:cubicBezTo>
                  <a:pt x="10035" y="6074"/>
                  <a:pt x="9902" y="5929"/>
                  <a:pt x="9770" y="5867"/>
                </a:cubicBezTo>
                <a:cubicBezTo>
                  <a:pt x="9668" y="5820"/>
                  <a:pt x="9627" y="5815"/>
                  <a:pt x="9451" y="5829"/>
                </a:cubicBezTo>
                <a:cubicBezTo>
                  <a:pt x="9249" y="5844"/>
                  <a:pt x="8988" y="5850"/>
                  <a:pt x="8796" y="5844"/>
                </a:cubicBezTo>
                <a:cubicBezTo>
                  <a:pt x="8741" y="5842"/>
                  <a:pt x="8664" y="5839"/>
                  <a:pt x="8623" y="5839"/>
                </a:cubicBezTo>
                <a:cubicBezTo>
                  <a:pt x="7975" y="5839"/>
                  <a:pt x="6893" y="5809"/>
                  <a:pt x="6858" y="5790"/>
                </a:cubicBezTo>
                <a:cubicBezTo>
                  <a:pt x="6797" y="5758"/>
                  <a:pt x="6675" y="5760"/>
                  <a:pt x="6642" y="5792"/>
                </a:cubicBezTo>
                <a:cubicBezTo>
                  <a:pt x="6625" y="5810"/>
                  <a:pt x="6449" y="5814"/>
                  <a:pt x="6128" y="5805"/>
                </a:cubicBezTo>
                <a:cubicBezTo>
                  <a:pt x="5861" y="5798"/>
                  <a:pt x="5567" y="5791"/>
                  <a:pt x="5474" y="5790"/>
                </a:cubicBezTo>
                <a:cubicBezTo>
                  <a:pt x="5381" y="5789"/>
                  <a:pt x="5262" y="5790"/>
                  <a:pt x="5207" y="5790"/>
                </a:cubicBezTo>
                <a:cubicBezTo>
                  <a:pt x="5100" y="5789"/>
                  <a:pt x="4614" y="5790"/>
                  <a:pt x="4148" y="5792"/>
                </a:cubicBezTo>
                <a:cubicBezTo>
                  <a:pt x="3993" y="5793"/>
                  <a:pt x="3778" y="5788"/>
                  <a:pt x="3670" y="5780"/>
                </a:cubicBezTo>
                <a:cubicBezTo>
                  <a:pt x="3541" y="5769"/>
                  <a:pt x="3465" y="5772"/>
                  <a:pt x="3447" y="5790"/>
                </a:cubicBezTo>
                <a:cubicBezTo>
                  <a:pt x="3432" y="5805"/>
                  <a:pt x="3359" y="5816"/>
                  <a:pt x="3286" y="5816"/>
                </a:cubicBezTo>
                <a:cubicBezTo>
                  <a:pt x="3161" y="5816"/>
                  <a:pt x="3144" y="5823"/>
                  <a:pt x="3037" y="5929"/>
                </a:cubicBezTo>
                <a:cubicBezTo>
                  <a:pt x="2928" y="6037"/>
                  <a:pt x="2923" y="6050"/>
                  <a:pt x="2938" y="6148"/>
                </a:cubicBezTo>
                <a:cubicBezTo>
                  <a:pt x="2947" y="6206"/>
                  <a:pt x="2960" y="6307"/>
                  <a:pt x="2967" y="6375"/>
                </a:cubicBezTo>
                <a:cubicBezTo>
                  <a:pt x="2974" y="6444"/>
                  <a:pt x="2991" y="6524"/>
                  <a:pt x="3003" y="6551"/>
                </a:cubicBezTo>
                <a:cubicBezTo>
                  <a:pt x="3025" y="6600"/>
                  <a:pt x="3044" y="6689"/>
                  <a:pt x="3071" y="6868"/>
                </a:cubicBezTo>
                <a:cubicBezTo>
                  <a:pt x="3078" y="6920"/>
                  <a:pt x="3095" y="6966"/>
                  <a:pt x="3107" y="6974"/>
                </a:cubicBezTo>
                <a:cubicBezTo>
                  <a:pt x="3119" y="6982"/>
                  <a:pt x="3128" y="7032"/>
                  <a:pt x="3128" y="7085"/>
                </a:cubicBezTo>
                <a:cubicBezTo>
                  <a:pt x="3128" y="7138"/>
                  <a:pt x="3140" y="7190"/>
                  <a:pt x="3154" y="7198"/>
                </a:cubicBezTo>
                <a:cubicBezTo>
                  <a:pt x="3167" y="7207"/>
                  <a:pt x="3180" y="7250"/>
                  <a:pt x="3180" y="7296"/>
                </a:cubicBezTo>
                <a:cubicBezTo>
                  <a:pt x="3180" y="7343"/>
                  <a:pt x="3189" y="7389"/>
                  <a:pt x="3203" y="7397"/>
                </a:cubicBezTo>
                <a:cubicBezTo>
                  <a:pt x="3217" y="7406"/>
                  <a:pt x="3229" y="7447"/>
                  <a:pt x="3229" y="7490"/>
                </a:cubicBezTo>
                <a:cubicBezTo>
                  <a:pt x="3229" y="7568"/>
                  <a:pt x="3240" y="7611"/>
                  <a:pt x="3315" y="7849"/>
                </a:cubicBezTo>
                <a:cubicBezTo>
                  <a:pt x="3337" y="7919"/>
                  <a:pt x="3354" y="8044"/>
                  <a:pt x="3354" y="8127"/>
                </a:cubicBezTo>
                <a:cubicBezTo>
                  <a:pt x="3354" y="8232"/>
                  <a:pt x="3368" y="8305"/>
                  <a:pt x="3403" y="8367"/>
                </a:cubicBezTo>
                <a:cubicBezTo>
                  <a:pt x="3430" y="8416"/>
                  <a:pt x="3455" y="8493"/>
                  <a:pt x="3455" y="8540"/>
                </a:cubicBezTo>
                <a:cubicBezTo>
                  <a:pt x="3455" y="8587"/>
                  <a:pt x="3464" y="8632"/>
                  <a:pt x="3478" y="8641"/>
                </a:cubicBezTo>
                <a:cubicBezTo>
                  <a:pt x="3492" y="8649"/>
                  <a:pt x="3504" y="8689"/>
                  <a:pt x="3504" y="8728"/>
                </a:cubicBezTo>
                <a:cubicBezTo>
                  <a:pt x="3504" y="8768"/>
                  <a:pt x="3515" y="8806"/>
                  <a:pt x="3527" y="8813"/>
                </a:cubicBezTo>
                <a:cubicBezTo>
                  <a:pt x="3540" y="8821"/>
                  <a:pt x="3554" y="8870"/>
                  <a:pt x="3561" y="8922"/>
                </a:cubicBezTo>
                <a:cubicBezTo>
                  <a:pt x="3576" y="9024"/>
                  <a:pt x="3612" y="9207"/>
                  <a:pt x="3647" y="9363"/>
                </a:cubicBezTo>
                <a:cubicBezTo>
                  <a:pt x="3659" y="9418"/>
                  <a:pt x="3683" y="9488"/>
                  <a:pt x="3699" y="9518"/>
                </a:cubicBezTo>
                <a:cubicBezTo>
                  <a:pt x="3715" y="9548"/>
                  <a:pt x="3730" y="9615"/>
                  <a:pt x="3730" y="9670"/>
                </a:cubicBezTo>
                <a:cubicBezTo>
                  <a:pt x="3730" y="9725"/>
                  <a:pt x="3739" y="9777"/>
                  <a:pt x="3753" y="9786"/>
                </a:cubicBezTo>
                <a:cubicBezTo>
                  <a:pt x="3767" y="9794"/>
                  <a:pt x="3779" y="9845"/>
                  <a:pt x="3779" y="9897"/>
                </a:cubicBezTo>
                <a:cubicBezTo>
                  <a:pt x="3779" y="9949"/>
                  <a:pt x="3797" y="10033"/>
                  <a:pt x="3818" y="10083"/>
                </a:cubicBezTo>
                <a:cubicBezTo>
                  <a:pt x="3850" y="10158"/>
                  <a:pt x="3849" y="10175"/>
                  <a:pt x="3821" y="10186"/>
                </a:cubicBezTo>
                <a:cubicBezTo>
                  <a:pt x="3802" y="10193"/>
                  <a:pt x="3547" y="10192"/>
                  <a:pt x="3252" y="10186"/>
                </a:cubicBezTo>
                <a:cubicBezTo>
                  <a:pt x="2957" y="10179"/>
                  <a:pt x="2687" y="10173"/>
                  <a:pt x="2653" y="10173"/>
                </a:cubicBezTo>
                <a:cubicBezTo>
                  <a:pt x="2618" y="10172"/>
                  <a:pt x="2436" y="10181"/>
                  <a:pt x="2248" y="10191"/>
                </a:cubicBezTo>
                <a:cubicBezTo>
                  <a:pt x="1935" y="10207"/>
                  <a:pt x="1901" y="10214"/>
                  <a:pt x="1843" y="10268"/>
                </a:cubicBezTo>
                <a:cubicBezTo>
                  <a:pt x="1808" y="10301"/>
                  <a:pt x="1777" y="10356"/>
                  <a:pt x="1773" y="10392"/>
                </a:cubicBezTo>
                <a:lnTo>
                  <a:pt x="1765" y="10457"/>
                </a:lnTo>
                <a:lnTo>
                  <a:pt x="958" y="10470"/>
                </a:lnTo>
                <a:lnTo>
                  <a:pt x="153" y="10482"/>
                </a:lnTo>
                <a:lnTo>
                  <a:pt x="78" y="10555"/>
                </a:lnTo>
                <a:cubicBezTo>
                  <a:pt x="3" y="10626"/>
                  <a:pt x="0" y="10635"/>
                  <a:pt x="0" y="10859"/>
                </a:cubicBezTo>
                <a:cubicBezTo>
                  <a:pt x="0" y="11078"/>
                  <a:pt x="2" y="11091"/>
                  <a:pt x="65" y="11140"/>
                </a:cubicBezTo>
                <a:cubicBezTo>
                  <a:pt x="127" y="11189"/>
                  <a:pt x="163" y="11192"/>
                  <a:pt x="688" y="11192"/>
                </a:cubicBezTo>
                <a:lnTo>
                  <a:pt x="1246" y="11192"/>
                </a:lnTo>
                <a:lnTo>
                  <a:pt x="1391" y="11280"/>
                </a:lnTo>
                <a:lnTo>
                  <a:pt x="1537" y="11367"/>
                </a:lnTo>
                <a:lnTo>
                  <a:pt x="2484" y="11367"/>
                </a:lnTo>
                <a:cubicBezTo>
                  <a:pt x="3321" y="11367"/>
                  <a:pt x="3431" y="11372"/>
                  <a:pt x="3444" y="11406"/>
                </a:cubicBezTo>
                <a:cubicBezTo>
                  <a:pt x="3453" y="11427"/>
                  <a:pt x="3447" y="11458"/>
                  <a:pt x="3431" y="11473"/>
                </a:cubicBezTo>
                <a:cubicBezTo>
                  <a:pt x="3416" y="11489"/>
                  <a:pt x="3403" y="11527"/>
                  <a:pt x="3403" y="11558"/>
                </a:cubicBezTo>
                <a:cubicBezTo>
                  <a:pt x="3403" y="11590"/>
                  <a:pt x="3392" y="11635"/>
                  <a:pt x="3379" y="11659"/>
                </a:cubicBezTo>
                <a:cubicBezTo>
                  <a:pt x="3343" y="11727"/>
                  <a:pt x="3288" y="11868"/>
                  <a:pt x="3252" y="11976"/>
                </a:cubicBezTo>
                <a:cubicBezTo>
                  <a:pt x="3234" y="12031"/>
                  <a:pt x="3209" y="12087"/>
                  <a:pt x="3198" y="12100"/>
                </a:cubicBezTo>
                <a:cubicBezTo>
                  <a:pt x="3187" y="12113"/>
                  <a:pt x="3180" y="12152"/>
                  <a:pt x="3180" y="12188"/>
                </a:cubicBezTo>
                <a:cubicBezTo>
                  <a:pt x="3180" y="12223"/>
                  <a:pt x="3167" y="12262"/>
                  <a:pt x="3154" y="12275"/>
                </a:cubicBezTo>
                <a:cubicBezTo>
                  <a:pt x="3140" y="12289"/>
                  <a:pt x="3127" y="12325"/>
                  <a:pt x="3123" y="12355"/>
                </a:cubicBezTo>
                <a:cubicBezTo>
                  <a:pt x="3118" y="12386"/>
                  <a:pt x="3106" y="12418"/>
                  <a:pt x="3097" y="12428"/>
                </a:cubicBezTo>
                <a:cubicBezTo>
                  <a:pt x="3087" y="12437"/>
                  <a:pt x="3078" y="12464"/>
                  <a:pt x="3078" y="12490"/>
                </a:cubicBezTo>
                <a:cubicBezTo>
                  <a:pt x="3078" y="12515"/>
                  <a:pt x="3068" y="12556"/>
                  <a:pt x="3055" y="12580"/>
                </a:cubicBezTo>
                <a:cubicBezTo>
                  <a:pt x="3043" y="12604"/>
                  <a:pt x="3016" y="12679"/>
                  <a:pt x="2995" y="12748"/>
                </a:cubicBezTo>
                <a:cubicBezTo>
                  <a:pt x="2975" y="12816"/>
                  <a:pt x="2916" y="12985"/>
                  <a:pt x="2866" y="13122"/>
                </a:cubicBezTo>
                <a:cubicBezTo>
                  <a:pt x="2815" y="13258"/>
                  <a:pt x="2765" y="13403"/>
                  <a:pt x="2754" y="13444"/>
                </a:cubicBezTo>
                <a:cubicBezTo>
                  <a:pt x="2743" y="13485"/>
                  <a:pt x="2710" y="13574"/>
                  <a:pt x="2681" y="13640"/>
                </a:cubicBezTo>
                <a:cubicBezTo>
                  <a:pt x="2652" y="13706"/>
                  <a:pt x="2627" y="13780"/>
                  <a:pt x="2627" y="13805"/>
                </a:cubicBezTo>
                <a:cubicBezTo>
                  <a:pt x="2627" y="13831"/>
                  <a:pt x="2617" y="13859"/>
                  <a:pt x="2603" y="13867"/>
                </a:cubicBezTo>
                <a:cubicBezTo>
                  <a:pt x="2590" y="13876"/>
                  <a:pt x="2577" y="13909"/>
                  <a:pt x="2577" y="13942"/>
                </a:cubicBezTo>
                <a:cubicBezTo>
                  <a:pt x="2577" y="13975"/>
                  <a:pt x="2565" y="14008"/>
                  <a:pt x="2551" y="14017"/>
                </a:cubicBezTo>
                <a:cubicBezTo>
                  <a:pt x="2538" y="14025"/>
                  <a:pt x="2528" y="14059"/>
                  <a:pt x="2528" y="14092"/>
                </a:cubicBezTo>
                <a:cubicBezTo>
                  <a:pt x="2528" y="14124"/>
                  <a:pt x="2516" y="14158"/>
                  <a:pt x="2502" y="14166"/>
                </a:cubicBezTo>
                <a:cubicBezTo>
                  <a:pt x="2488" y="14175"/>
                  <a:pt x="2479" y="14209"/>
                  <a:pt x="2479" y="14241"/>
                </a:cubicBezTo>
                <a:cubicBezTo>
                  <a:pt x="2479" y="14274"/>
                  <a:pt x="2467" y="14308"/>
                  <a:pt x="2453" y="14316"/>
                </a:cubicBezTo>
                <a:cubicBezTo>
                  <a:pt x="2439" y="14324"/>
                  <a:pt x="2427" y="14356"/>
                  <a:pt x="2427" y="14386"/>
                </a:cubicBezTo>
                <a:cubicBezTo>
                  <a:pt x="2427" y="14436"/>
                  <a:pt x="2324" y="14735"/>
                  <a:pt x="2274" y="14832"/>
                </a:cubicBezTo>
                <a:cubicBezTo>
                  <a:pt x="2261" y="14856"/>
                  <a:pt x="2253" y="14895"/>
                  <a:pt x="2253" y="14922"/>
                </a:cubicBezTo>
                <a:cubicBezTo>
                  <a:pt x="2253" y="14949"/>
                  <a:pt x="2241" y="14978"/>
                  <a:pt x="2227" y="14987"/>
                </a:cubicBezTo>
                <a:cubicBezTo>
                  <a:pt x="2213" y="14995"/>
                  <a:pt x="2204" y="15029"/>
                  <a:pt x="2204" y="15062"/>
                </a:cubicBezTo>
                <a:cubicBezTo>
                  <a:pt x="2204" y="15094"/>
                  <a:pt x="2191" y="15128"/>
                  <a:pt x="2178" y="15136"/>
                </a:cubicBezTo>
                <a:cubicBezTo>
                  <a:pt x="2164" y="15145"/>
                  <a:pt x="2152" y="15174"/>
                  <a:pt x="2152" y="15201"/>
                </a:cubicBezTo>
                <a:cubicBezTo>
                  <a:pt x="2152" y="15228"/>
                  <a:pt x="2143" y="15270"/>
                  <a:pt x="2131" y="15294"/>
                </a:cubicBezTo>
                <a:cubicBezTo>
                  <a:pt x="2087" y="15379"/>
                  <a:pt x="2056" y="15463"/>
                  <a:pt x="2025" y="15585"/>
                </a:cubicBezTo>
                <a:cubicBezTo>
                  <a:pt x="2007" y="15654"/>
                  <a:pt x="1968" y="15770"/>
                  <a:pt x="1936" y="15843"/>
                </a:cubicBezTo>
                <a:cubicBezTo>
                  <a:pt x="1904" y="15917"/>
                  <a:pt x="1877" y="15996"/>
                  <a:pt x="1877" y="16021"/>
                </a:cubicBezTo>
                <a:cubicBezTo>
                  <a:pt x="1877" y="16046"/>
                  <a:pt x="1867" y="16075"/>
                  <a:pt x="1853" y="16083"/>
                </a:cubicBezTo>
                <a:cubicBezTo>
                  <a:pt x="1839" y="16092"/>
                  <a:pt x="1827" y="16125"/>
                  <a:pt x="1827" y="16158"/>
                </a:cubicBezTo>
                <a:cubicBezTo>
                  <a:pt x="1827" y="16191"/>
                  <a:pt x="1815" y="16224"/>
                  <a:pt x="1801" y="16233"/>
                </a:cubicBezTo>
                <a:cubicBezTo>
                  <a:pt x="1788" y="16241"/>
                  <a:pt x="1778" y="16267"/>
                  <a:pt x="1778" y="16292"/>
                </a:cubicBezTo>
                <a:cubicBezTo>
                  <a:pt x="1778" y="16317"/>
                  <a:pt x="1760" y="16369"/>
                  <a:pt x="1739" y="16408"/>
                </a:cubicBezTo>
                <a:cubicBezTo>
                  <a:pt x="1718" y="16447"/>
                  <a:pt x="1703" y="16499"/>
                  <a:pt x="1703" y="16522"/>
                </a:cubicBezTo>
                <a:cubicBezTo>
                  <a:pt x="1703" y="16545"/>
                  <a:pt x="1691" y="16573"/>
                  <a:pt x="1677" y="16581"/>
                </a:cubicBezTo>
                <a:cubicBezTo>
                  <a:pt x="1663" y="16589"/>
                  <a:pt x="1651" y="16622"/>
                  <a:pt x="1651" y="16656"/>
                </a:cubicBezTo>
                <a:cubicBezTo>
                  <a:pt x="1651" y="16689"/>
                  <a:pt x="1642" y="16738"/>
                  <a:pt x="1630" y="16762"/>
                </a:cubicBezTo>
                <a:cubicBezTo>
                  <a:pt x="1587" y="16845"/>
                  <a:pt x="1556" y="16930"/>
                  <a:pt x="1544" y="16991"/>
                </a:cubicBezTo>
                <a:cubicBezTo>
                  <a:pt x="1532" y="17060"/>
                  <a:pt x="1456" y="17278"/>
                  <a:pt x="1422" y="17345"/>
                </a:cubicBezTo>
                <a:cubicBezTo>
                  <a:pt x="1410" y="17368"/>
                  <a:pt x="1402" y="17406"/>
                  <a:pt x="1402" y="17427"/>
                </a:cubicBezTo>
                <a:cubicBezTo>
                  <a:pt x="1402" y="17448"/>
                  <a:pt x="1374" y="17521"/>
                  <a:pt x="1339" y="17592"/>
                </a:cubicBezTo>
                <a:cubicBezTo>
                  <a:pt x="1305" y="17663"/>
                  <a:pt x="1277" y="17743"/>
                  <a:pt x="1277" y="17768"/>
                </a:cubicBezTo>
                <a:cubicBezTo>
                  <a:pt x="1277" y="17812"/>
                  <a:pt x="1266" y="17837"/>
                  <a:pt x="1204" y="17956"/>
                </a:cubicBezTo>
                <a:cubicBezTo>
                  <a:pt x="1188" y="17987"/>
                  <a:pt x="1176" y="18039"/>
                  <a:pt x="1176" y="18072"/>
                </a:cubicBezTo>
                <a:cubicBezTo>
                  <a:pt x="1176" y="18106"/>
                  <a:pt x="1166" y="18138"/>
                  <a:pt x="1152" y="18147"/>
                </a:cubicBezTo>
                <a:cubicBezTo>
                  <a:pt x="1139" y="18155"/>
                  <a:pt x="1126" y="18191"/>
                  <a:pt x="1126" y="18224"/>
                </a:cubicBezTo>
                <a:cubicBezTo>
                  <a:pt x="1126" y="18258"/>
                  <a:pt x="1114" y="18308"/>
                  <a:pt x="1101" y="18335"/>
                </a:cubicBezTo>
                <a:cubicBezTo>
                  <a:pt x="1087" y="18362"/>
                  <a:pt x="1065" y="18406"/>
                  <a:pt x="1051" y="18433"/>
                </a:cubicBezTo>
                <a:cubicBezTo>
                  <a:pt x="1037" y="18460"/>
                  <a:pt x="1026" y="18502"/>
                  <a:pt x="1025" y="18526"/>
                </a:cubicBezTo>
                <a:cubicBezTo>
                  <a:pt x="1025" y="18550"/>
                  <a:pt x="997" y="18628"/>
                  <a:pt x="963" y="18696"/>
                </a:cubicBezTo>
                <a:cubicBezTo>
                  <a:pt x="929" y="18765"/>
                  <a:pt x="901" y="18844"/>
                  <a:pt x="901" y="18874"/>
                </a:cubicBezTo>
                <a:cubicBezTo>
                  <a:pt x="901" y="18904"/>
                  <a:pt x="888" y="18936"/>
                  <a:pt x="875" y="18944"/>
                </a:cubicBezTo>
                <a:cubicBezTo>
                  <a:pt x="861" y="18953"/>
                  <a:pt x="851" y="18988"/>
                  <a:pt x="851" y="19021"/>
                </a:cubicBezTo>
                <a:cubicBezTo>
                  <a:pt x="851" y="19080"/>
                  <a:pt x="842" y="19104"/>
                  <a:pt x="779" y="19225"/>
                </a:cubicBezTo>
                <a:cubicBezTo>
                  <a:pt x="763" y="19256"/>
                  <a:pt x="750" y="19301"/>
                  <a:pt x="750" y="19326"/>
                </a:cubicBezTo>
                <a:cubicBezTo>
                  <a:pt x="750" y="19351"/>
                  <a:pt x="728" y="19416"/>
                  <a:pt x="701" y="19473"/>
                </a:cubicBezTo>
                <a:cubicBezTo>
                  <a:pt x="673" y="19530"/>
                  <a:pt x="651" y="19593"/>
                  <a:pt x="651" y="19615"/>
                </a:cubicBezTo>
                <a:cubicBezTo>
                  <a:pt x="651" y="19636"/>
                  <a:pt x="641" y="19674"/>
                  <a:pt x="628" y="19697"/>
                </a:cubicBezTo>
                <a:cubicBezTo>
                  <a:pt x="616" y="19721"/>
                  <a:pt x="586" y="19797"/>
                  <a:pt x="563" y="19865"/>
                </a:cubicBezTo>
                <a:cubicBezTo>
                  <a:pt x="540" y="19934"/>
                  <a:pt x="512" y="20013"/>
                  <a:pt x="501" y="20041"/>
                </a:cubicBezTo>
                <a:cubicBezTo>
                  <a:pt x="490" y="20068"/>
                  <a:pt x="467" y="20139"/>
                  <a:pt x="449" y="20200"/>
                </a:cubicBezTo>
                <a:cubicBezTo>
                  <a:pt x="431" y="20262"/>
                  <a:pt x="409" y="20323"/>
                  <a:pt x="400" y="20337"/>
                </a:cubicBezTo>
                <a:cubicBezTo>
                  <a:pt x="390" y="20351"/>
                  <a:pt x="362" y="20424"/>
                  <a:pt x="337" y="20500"/>
                </a:cubicBezTo>
                <a:cubicBezTo>
                  <a:pt x="287" y="20654"/>
                  <a:pt x="256" y="20741"/>
                  <a:pt x="223" y="20804"/>
                </a:cubicBezTo>
                <a:cubicBezTo>
                  <a:pt x="211" y="20828"/>
                  <a:pt x="200" y="20880"/>
                  <a:pt x="200" y="20920"/>
                </a:cubicBezTo>
                <a:cubicBezTo>
                  <a:pt x="200" y="20961"/>
                  <a:pt x="188" y="21002"/>
                  <a:pt x="174" y="21010"/>
                </a:cubicBezTo>
                <a:cubicBezTo>
                  <a:pt x="129" y="21038"/>
                  <a:pt x="148" y="21169"/>
                  <a:pt x="200" y="21196"/>
                </a:cubicBezTo>
                <a:cubicBezTo>
                  <a:pt x="274" y="21236"/>
                  <a:pt x="579" y="21229"/>
                  <a:pt x="641" y="21186"/>
                </a:cubicBezTo>
                <a:cubicBezTo>
                  <a:pt x="670" y="21166"/>
                  <a:pt x="714" y="21091"/>
                  <a:pt x="737" y="21018"/>
                </a:cubicBezTo>
                <a:cubicBezTo>
                  <a:pt x="800" y="20823"/>
                  <a:pt x="900" y="20544"/>
                  <a:pt x="927" y="20495"/>
                </a:cubicBezTo>
                <a:cubicBezTo>
                  <a:pt x="940" y="20471"/>
                  <a:pt x="950" y="20428"/>
                  <a:pt x="950" y="20399"/>
                </a:cubicBezTo>
                <a:cubicBezTo>
                  <a:pt x="950" y="20370"/>
                  <a:pt x="980" y="20289"/>
                  <a:pt x="1015" y="20221"/>
                </a:cubicBezTo>
                <a:cubicBezTo>
                  <a:pt x="1049" y="20153"/>
                  <a:pt x="1077" y="20070"/>
                  <a:pt x="1077" y="20038"/>
                </a:cubicBezTo>
                <a:cubicBezTo>
                  <a:pt x="1077" y="20006"/>
                  <a:pt x="1087" y="19974"/>
                  <a:pt x="1101" y="19966"/>
                </a:cubicBezTo>
                <a:cubicBezTo>
                  <a:pt x="1114" y="19957"/>
                  <a:pt x="1126" y="19928"/>
                  <a:pt x="1126" y="19901"/>
                </a:cubicBezTo>
                <a:cubicBezTo>
                  <a:pt x="1126" y="19854"/>
                  <a:pt x="1134" y="19830"/>
                  <a:pt x="1197" y="19710"/>
                </a:cubicBezTo>
                <a:cubicBezTo>
                  <a:pt x="1212" y="19680"/>
                  <a:pt x="1225" y="19634"/>
                  <a:pt x="1225" y="19607"/>
                </a:cubicBezTo>
                <a:cubicBezTo>
                  <a:pt x="1225" y="19580"/>
                  <a:pt x="1237" y="19551"/>
                  <a:pt x="1251" y="19543"/>
                </a:cubicBezTo>
                <a:cubicBezTo>
                  <a:pt x="1265" y="19534"/>
                  <a:pt x="1277" y="19500"/>
                  <a:pt x="1277" y="19468"/>
                </a:cubicBezTo>
                <a:cubicBezTo>
                  <a:pt x="1277" y="19435"/>
                  <a:pt x="1287" y="19401"/>
                  <a:pt x="1300" y="19393"/>
                </a:cubicBezTo>
                <a:cubicBezTo>
                  <a:pt x="1314" y="19385"/>
                  <a:pt x="1326" y="19352"/>
                  <a:pt x="1326" y="19323"/>
                </a:cubicBezTo>
                <a:cubicBezTo>
                  <a:pt x="1326" y="19247"/>
                  <a:pt x="1393" y="19052"/>
                  <a:pt x="1479" y="18877"/>
                </a:cubicBezTo>
                <a:cubicBezTo>
                  <a:pt x="1491" y="18853"/>
                  <a:pt x="1503" y="18811"/>
                  <a:pt x="1503" y="18784"/>
                </a:cubicBezTo>
                <a:cubicBezTo>
                  <a:pt x="1503" y="18757"/>
                  <a:pt x="1512" y="18728"/>
                  <a:pt x="1526" y="18720"/>
                </a:cubicBezTo>
                <a:cubicBezTo>
                  <a:pt x="1540" y="18711"/>
                  <a:pt x="1552" y="18678"/>
                  <a:pt x="1552" y="18645"/>
                </a:cubicBezTo>
                <a:cubicBezTo>
                  <a:pt x="1552" y="18611"/>
                  <a:pt x="1561" y="18563"/>
                  <a:pt x="1573" y="18539"/>
                </a:cubicBezTo>
                <a:cubicBezTo>
                  <a:pt x="1612" y="18463"/>
                  <a:pt x="1648" y="18375"/>
                  <a:pt x="1679" y="18273"/>
                </a:cubicBezTo>
                <a:cubicBezTo>
                  <a:pt x="1696" y="18219"/>
                  <a:pt x="1716" y="18151"/>
                  <a:pt x="1726" y="18124"/>
                </a:cubicBezTo>
                <a:cubicBezTo>
                  <a:pt x="1736" y="18096"/>
                  <a:pt x="1766" y="18007"/>
                  <a:pt x="1791" y="17925"/>
                </a:cubicBezTo>
                <a:cubicBezTo>
                  <a:pt x="1816" y="17843"/>
                  <a:pt x="1856" y="17730"/>
                  <a:pt x="1879" y="17675"/>
                </a:cubicBezTo>
                <a:cubicBezTo>
                  <a:pt x="1902" y="17620"/>
                  <a:pt x="1935" y="17525"/>
                  <a:pt x="1952" y="17463"/>
                </a:cubicBezTo>
                <a:cubicBezTo>
                  <a:pt x="1980" y="17359"/>
                  <a:pt x="2027" y="17234"/>
                  <a:pt x="2079" y="17133"/>
                </a:cubicBezTo>
                <a:cubicBezTo>
                  <a:pt x="2091" y="17109"/>
                  <a:pt x="2102" y="17068"/>
                  <a:pt x="2102" y="17040"/>
                </a:cubicBezTo>
                <a:cubicBezTo>
                  <a:pt x="2102" y="17012"/>
                  <a:pt x="2111" y="16971"/>
                  <a:pt x="2123" y="16947"/>
                </a:cubicBezTo>
                <a:cubicBezTo>
                  <a:pt x="2166" y="16864"/>
                  <a:pt x="2198" y="16779"/>
                  <a:pt x="2209" y="16718"/>
                </a:cubicBezTo>
                <a:cubicBezTo>
                  <a:pt x="2215" y="16684"/>
                  <a:pt x="2242" y="16598"/>
                  <a:pt x="2266" y="16529"/>
                </a:cubicBezTo>
                <a:cubicBezTo>
                  <a:pt x="2332" y="16342"/>
                  <a:pt x="2330" y="16349"/>
                  <a:pt x="2445" y="16021"/>
                </a:cubicBezTo>
                <a:cubicBezTo>
                  <a:pt x="2497" y="15873"/>
                  <a:pt x="2530" y="15793"/>
                  <a:pt x="2557" y="15740"/>
                </a:cubicBezTo>
                <a:cubicBezTo>
                  <a:pt x="2569" y="15716"/>
                  <a:pt x="2577" y="15670"/>
                  <a:pt x="2577" y="15637"/>
                </a:cubicBezTo>
                <a:cubicBezTo>
                  <a:pt x="2577" y="15603"/>
                  <a:pt x="2590" y="15568"/>
                  <a:pt x="2603" y="15559"/>
                </a:cubicBezTo>
                <a:cubicBezTo>
                  <a:pt x="2617" y="15551"/>
                  <a:pt x="2627" y="15517"/>
                  <a:pt x="2627" y="15485"/>
                </a:cubicBezTo>
                <a:cubicBezTo>
                  <a:pt x="2627" y="15452"/>
                  <a:pt x="2639" y="15418"/>
                  <a:pt x="2653" y="15410"/>
                </a:cubicBezTo>
                <a:cubicBezTo>
                  <a:pt x="2666" y="15401"/>
                  <a:pt x="2679" y="15371"/>
                  <a:pt x="2679" y="15340"/>
                </a:cubicBezTo>
                <a:cubicBezTo>
                  <a:pt x="2679" y="15309"/>
                  <a:pt x="2688" y="15273"/>
                  <a:pt x="2699" y="15260"/>
                </a:cubicBezTo>
                <a:cubicBezTo>
                  <a:pt x="2711" y="15247"/>
                  <a:pt x="2734" y="15185"/>
                  <a:pt x="2751" y="15123"/>
                </a:cubicBezTo>
                <a:cubicBezTo>
                  <a:pt x="2788" y="14997"/>
                  <a:pt x="2848" y="14835"/>
                  <a:pt x="2881" y="14770"/>
                </a:cubicBezTo>
                <a:cubicBezTo>
                  <a:pt x="2893" y="14746"/>
                  <a:pt x="2902" y="14704"/>
                  <a:pt x="2902" y="14677"/>
                </a:cubicBezTo>
                <a:cubicBezTo>
                  <a:pt x="2902" y="14650"/>
                  <a:pt x="2914" y="14624"/>
                  <a:pt x="2928" y="14615"/>
                </a:cubicBezTo>
                <a:cubicBezTo>
                  <a:pt x="2942" y="14607"/>
                  <a:pt x="2953" y="14573"/>
                  <a:pt x="2954" y="14543"/>
                </a:cubicBezTo>
                <a:cubicBezTo>
                  <a:pt x="2954" y="14513"/>
                  <a:pt x="2971" y="14470"/>
                  <a:pt x="2990" y="14445"/>
                </a:cubicBezTo>
                <a:cubicBezTo>
                  <a:pt x="3009" y="14420"/>
                  <a:pt x="3031" y="14352"/>
                  <a:pt x="3039" y="14295"/>
                </a:cubicBezTo>
                <a:cubicBezTo>
                  <a:pt x="3048" y="14238"/>
                  <a:pt x="3066" y="14168"/>
                  <a:pt x="3078" y="14141"/>
                </a:cubicBezTo>
                <a:cubicBezTo>
                  <a:pt x="3090" y="14113"/>
                  <a:pt x="3130" y="14008"/>
                  <a:pt x="3167" y="13906"/>
                </a:cubicBezTo>
                <a:cubicBezTo>
                  <a:pt x="3203" y="13803"/>
                  <a:pt x="3241" y="13696"/>
                  <a:pt x="3252" y="13668"/>
                </a:cubicBezTo>
                <a:cubicBezTo>
                  <a:pt x="3263" y="13641"/>
                  <a:pt x="3287" y="13568"/>
                  <a:pt x="3304" y="13506"/>
                </a:cubicBezTo>
                <a:cubicBezTo>
                  <a:pt x="3322" y="13444"/>
                  <a:pt x="3363" y="13337"/>
                  <a:pt x="3395" y="13266"/>
                </a:cubicBezTo>
                <a:cubicBezTo>
                  <a:pt x="3427" y="13195"/>
                  <a:pt x="3455" y="13113"/>
                  <a:pt x="3455" y="13085"/>
                </a:cubicBezTo>
                <a:cubicBezTo>
                  <a:pt x="3455" y="13058"/>
                  <a:pt x="3464" y="13029"/>
                  <a:pt x="3478" y="13021"/>
                </a:cubicBezTo>
                <a:cubicBezTo>
                  <a:pt x="3492" y="13012"/>
                  <a:pt x="3504" y="12977"/>
                  <a:pt x="3504" y="12944"/>
                </a:cubicBezTo>
                <a:cubicBezTo>
                  <a:pt x="3504" y="12910"/>
                  <a:pt x="3513" y="12864"/>
                  <a:pt x="3525" y="12840"/>
                </a:cubicBezTo>
                <a:cubicBezTo>
                  <a:pt x="3537" y="12817"/>
                  <a:pt x="3558" y="12769"/>
                  <a:pt x="3572" y="12735"/>
                </a:cubicBezTo>
                <a:cubicBezTo>
                  <a:pt x="3585" y="12700"/>
                  <a:pt x="3609" y="12645"/>
                  <a:pt x="3623" y="12611"/>
                </a:cubicBezTo>
                <a:cubicBezTo>
                  <a:pt x="3648" y="12553"/>
                  <a:pt x="3660" y="12508"/>
                  <a:pt x="3696" y="12332"/>
                </a:cubicBezTo>
                <a:cubicBezTo>
                  <a:pt x="3704" y="12295"/>
                  <a:pt x="3731" y="12247"/>
                  <a:pt x="3756" y="12224"/>
                </a:cubicBezTo>
                <a:cubicBezTo>
                  <a:pt x="3799" y="12185"/>
                  <a:pt x="3805" y="12188"/>
                  <a:pt x="3841" y="12275"/>
                </a:cubicBezTo>
                <a:cubicBezTo>
                  <a:pt x="3863" y="12326"/>
                  <a:pt x="3880" y="12389"/>
                  <a:pt x="3880" y="12415"/>
                </a:cubicBezTo>
                <a:cubicBezTo>
                  <a:pt x="3880" y="12460"/>
                  <a:pt x="3889" y="12484"/>
                  <a:pt x="3951" y="12603"/>
                </a:cubicBezTo>
                <a:cubicBezTo>
                  <a:pt x="3966" y="12634"/>
                  <a:pt x="3979" y="12688"/>
                  <a:pt x="3979" y="12722"/>
                </a:cubicBezTo>
                <a:cubicBezTo>
                  <a:pt x="3979" y="12755"/>
                  <a:pt x="3991" y="12788"/>
                  <a:pt x="4005" y="12797"/>
                </a:cubicBezTo>
                <a:cubicBezTo>
                  <a:pt x="4019" y="12805"/>
                  <a:pt x="4028" y="12833"/>
                  <a:pt x="4028" y="12858"/>
                </a:cubicBezTo>
                <a:cubicBezTo>
                  <a:pt x="4028" y="12884"/>
                  <a:pt x="4045" y="12936"/>
                  <a:pt x="4065" y="12975"/>
                </a:cubicBezTo>
                <a:cubicBezTo>
                  <a:pt x="4112" y="13068"/>
                  <a:pt x="4148" y="13159"/>
                  <a:pt x="4163" y="13220"/>
                </a:cubicBezTo>
                <a:cubicBezTo>
                  <a:pt x="4170" y="13247"/>
                  <a:pt x="4210" y="13366"/>
                  <a:pt x="4254" y="13483"/>
                </a:cubicBezTo>
                <a:cubicBezTo>
                  <a:pt x="4298" y="13599"/>
                  <a:pt x="4347" y="13740"/>
                  <a:pt x="4363" y="13797"/>
                </a:cubicBezTo>
                <a:cubicBezTo>
                  <a:pt x="4380" y="13855"/>
                  <a:pt x="4403" y="13912"/>
                  <a:pt x="4413" y="13921"/>
                </a:cubicBezTo>
                <a:cubicBezTo>
                  <a:pt x="4422" y="13931"/>
                  <a:pt x="4431" y="13960"/>
                  <a:pt x="4431" y="13986"/>
                </a:cubicBezTo>
                <a:cubicBezTo>
                  <a:pt x="4431" y="14012"/>
                  <a:pt x="4452" y="14079"/>
                  <a:pt x="4480" y="14135"/>
                </a:cubicBezTo>
                <a:cubicBezTo>
                  <a:pt x="4508" y="14192"/>
                  <a:pt x="4529" y="14254"/>
                  <a:pt x="4529" y="14275"/>
                </a:cubicBezTo>
                <a:cubicBezTo>
                  <a:pt x="4529" y="14336"/>
                  <a:pt x="4604" y="14554"/>
                  <a:pt x="4669" y="14685"/>
                </a:cubicBezTo>
                <a:cubicBezTo>
                  <a:pt x="4689" y="14724"/>
                  <a:pt x="4706" y="14776"/>
                  <a:pt x="4706" y="14801"/>
                </a:cubicBezTo>
                <a:cubicBezTo>
                  <a:pt x="4706" y="14826"/>
                  <a:pt x="4715" y="14854"/>
                  <a:pt x="4729" y="14863"/>
                </a:cubicBezTo>
                <a:cubicBezTo>
                  <a:pt x="4743" y="14871"/>
                  <a:pt x="4755" y="14905"/>
                  <a:pt x="4755" y="14938"/>
                </a:cubicBezTo>
                <a:cubicBezTo>
                  <a:pt x="4755" y="14970"/>
                  <a:pt x="4767" y="15004"/>
                  <a:pt x="4781" y="15013"/>
                </a:cubicBezTo>
                <a:cubicBezTo>
                  <a:pt x="4795" y="15021"/>
                  <a:pt x="4804" y="15055"/>
                  <a:pt x="4804" y="15087"/>
                </a:cubicBezTo>
                <a:cubicBezTo>
                  <a:pt x="4804" y="15120"/>
                  <a:pt x="4817" y="15154"/>
                  <a:pt x="4830" y="15162"/>
                </a:cubicBezTo>
                <a:cubicBezTo>
                  <a:pt x="4844" y="15171"/>
                  <a:pt x="4856" y="15204"/>
                  <a:pt x="4856" y="15237"/>
                </a:cubicBezTo>
                <a:cubicBezTo>
                  <a:pt x="4856" y="15270"/>
                  <a:pt x="4866" y="15303"/>
                  <a:pt x="4880" y="15312"/>
                </a:cubicBezTo>
                <a:cubicBezTo>
                  <a:pt x="4893" y="15320"/>
                  <a:pt x="4906" y="15354"/>
                  <a:pt x="4906" y="15387"/>
                </a:cubicBezTo>
                <a:cubicBezTo>
                  <a:pt x="4906" y="15419"/>
                  <a:pt x="4915" y="15453"/>
                  <a:pt x="4929" y="15461"/>
                </a:cubicBezTo>
                <a:cubicBezTo>
                  <a:pt x="4943" y="15470"/>
                  <a:pt x="4955" y="15503"/>
                  <a:pt x="4955" y="15536"/>
                </a:cubicBezTo>
                <a:cubicBezTo>
                  <a:pt x="4955" y="15570"/>
                  <a:pt x="4966" y="15618"/>
                  <a:pt x="4978" y="15642"/>
                </a:cubicBezTo>
                <a:cubicBezTo>
                  <a:pt x="5023" y="15727"/>
                  <a:pt x="5131" y="16035"/>
                  <a:pt x="5131" y="16075"/>
                </a:cubicBezTo>
                <a:cubicBezTo>
                  <a:pt x="5131" y="16098"/>
                  <a:pt x="5141" y="16122"/>
                  <a:pt x="5152" y="16130"/>
                </a:cubicBezTo>
                <a:cubicBezTo>
                  <a:pt x="5164" y="16137"/>
                  <a:pt x="5193" y="16208"/>
                  <a:pt x="5217" y="16287"/>
                </a:cubicBezTo>
                <a:cubicBezTo>
                  <a:pt x="5241" y="16366"/>
                  <a:pt x="5281" y="16475"/>
                  <a:pt x="5305" y="16529"/>
                </a:cubicBezTo>
                <a:cubicBezTo>
                  <a:pt x="5330" y="16584"/>
                  <a:pt x="5358" y="16684"/>
                  <a:pt x="5368" y="16749"/>
                </a:cubicBezTo>
                <a:cubicBezTo>
                  <a:pt x="5377" y="16814"/>
                  <a:pt x="5400" y="16897"/>
                  <a:pt x="5420" y="16934"/>
                </a:cubicBezTo>
                <a:cubicBezTo>
                  <a:pt x="5439" y="16972"/>
                  <a:pt x="5456" y="17018"/>
                  <a:pt x="5456" y="17035"/>
                </a:cubicBezTo>
                <a:cubicBezTo>
                  <a:pt x="5456" y="17066"/>
                  <a:pt x="5467" y="17094"/>
                  <a:pt x="5526" y="17208"/>
                </a:cubicBezTo>
                <a:cubicBezTo>
                  <a:pt x="5542" y="17239"/>
                  <a:pt x="5557" y="17282"/>
                  <a:pt x="5557" y="17303"/>
                </a:cubicBezTo>
                <a:cubicBezTo>
                  <a:pt x="5557" y="17362"/>
                  <a:pt x="5633" y="17587"/>
                  <a:pt x="5658" y="17603"/>
                </a:cubicBezTo>
                <a:cubicBezTo>
                  <a:pt x="5671" y="17610"/>
                  <a:pt x="5682" y="17644"/>
                  <a:pt x="5682" y="17677"/>
                </a:cubicBezTo>
                <a:cubicBezTo>
                  <a:pt x="5682" y="17736"/>
                  <a:pt x="5689" y="17760"/>
                  <a:pt x="5752" y="17881"/>
                </a:cubicBezTo>
                <a:cubicBezTo>
                  <a:pt x="5768" y="17912"/>
                  <a:pt x="5780" y="17959"/>
                  <a:pt x="5780" y="17987"/>
                </a:cubicBezTo>
                <a:cubicBezTo>
                  <a:pt x="5780" y="18015"/>
                  <a:pt x="5793" y="18058"/>
                  <a:pt x="5806" y="18085"/>
                </a:cubicBezTo>
                <a:cubicBezTo>
                  <a:pt x="5820" y="18112"/>
                  <a:pt x="5842" y="18158"/>
                  <a:pt x="5856" y="18186"/>
                </a:cubicBezTo>
                <a:cubicBezTo>
                  <a:pt x="5869" y="18213"/>
                  <a:pt x="5882" y="18257"/>
                  <a:pt x="5882" y="18284"/>
                </a:cubicBezTo>
                <a:cubicBezTo>
                  <a:pt x="5882" y="18311"/>
                  <a:pt x="5903" y="18374"/>
                  <a:pt x="5931" y="18423"/>
                </a:cubicBezTo>
                <a:cubicBezTo>
                  <a:pt x="5958" y="18472"/>
                  <a:pt x="5980" y="18533"/>
                  <a:pt x="5980" y="18560"/>
                </a:cubicBezTo>
                <a:cubicBezTo>
                  <a:pt x="5980" y="18587"/>
                  <a:pt x="6011" y="18667"/>
                  <a:pt x="6045" y="18738"/>
                </a:cubicBezTo>
                <a:cubicBezTo>
                  <a:pt x="6080" y="18809"/>
                  <a:pt x="6107" y="18886"/>
                  <a:pt x="6107" y="18908"/>
                </a:cubicBezTo>
                <a:cubicBezTo>
                  <a:pt x="6107" y="18930"/>
                  <a:pt x="6129" y="18993"/>
                  <a:pt x="6157" y="19050"/>
                </a:cubicBezTo>
                <a:cubicBezTo>
                  <a:pt x="6184" y="19107"/>
                  <a:pt x="6206" y="19176"/>
                  <a:pt x="6206" y="19205"/>
                </a:cubicBezTo>
                <a:cubicBezTo>
                  <a:pt x="6206" y="19233"/>
                  <a:pt x="6219" y="19282"/>
                  <a:pt x="6235" y="19313"/>
                </a:cubicBezTo>
                <a:cubicBezTo>
                  <a:pt x="6298" y="19435"/>
                  <a:pt x="6307" y="19455"/>
                  <a:pt x="6307" y="19514"/>
                </a:cubicBezTo>
                <a:cubicBezTo>
                  <a:pt x="6307" y="19548"/>
                  <a:pt x="6317" y="19583"/>
                  <a:pt x="6331" y="19592"/>
                </a:cubicBezTo>
                <a:cubicBezTo>
                  <a:pt x="6344" y="19600"/>
                  <a:pt x="6357" y="19627"/>
                  <a:pt x="6357" y="19651"/>
                </a:cubicBezTo>
                <a:cubicBezTo>
                  <a:pt x="6357" y="19675"/>
                  <a:pt x="6385" y="19753"/>
                  <a:pt x="6419" y="19824"/>
                </a:cubicBezTo>
                <a:cubicBezTo>
                  <a:pt x="6453" y="19895"/>
                  <a:pt x="6481" y="19979"/>
                  <a:pt x="6481" y="20012"/>
                </a:cubicBezTo>
                <a:cubicBezTo>
                  <a:pt x="6481" y="20046"/>
                  <a:pt x="6492" y="20079"/>
                  <a:pt x="6505" y="20087"/>
                </a:cubicBezTo>
                <a:cubicBezTo>
                  <a:pt x="6517" y="20094"/>
                  <a:pt x="6531" y="20132"/>
                  <a:pt x="6538" y="20169"/>
                </a:cubicBezTo>
                <a:cubicBezTo>
                  <a:pt x="6552" y="20244"/>
                  <a:pt x="6694" y="20635"/>
                  <a:pt x="6733" y="20706"/>
                </a:cubicBezTo>
                <a:cubicBezTo>
                  <a:pt x="6746" y="20730"/>
                  <a:pt x="6756" y="20776"/>
                  <a:pt x="6756" y="20809"/>
                </a:cubicBezTo>
                <a:cubicBezTo>
                  <a:pt x="6756" y="20843"/>
                  <a:pt x="6769" y="20878"/>
                  <a:pt x="6782" y="20887"/>
                </a:cubicBezTo>
                <a:cubicBezTo>
                  <a:pt x="6796" y="20895"/>
                  <a:pt x="6807" y="20926"/>
                  <a:pt x="6808" y="20956"/>
                </a:cubicBezTo>
                <a:cubicBezTo>
                  <a:pt x="6811" y="21034"/>
                  <a:pt x="6888" y="21153"/>
                  <a:pt x="6959" y="21191"/>
                </a:cubicBezTo>
                <a:cubicBezTo>
                  <a:pt x="7040" y="21234"/>
                  <a:pt x="7328" y="21219"/>
                  <a:pt x="7361" y="21170"/>
                </a:cubicBezTo>
                <a:cubicBezTo>
                  <a:pt x="7374" y="21151"/>
                  <a:pt x="7377" y="21101"/>
                  <a:pt x="7369" y="21060"/>
                </a:cubicBezTo>
                <a:cubicBezTo>
                  <a:pt x="7361" y="21018"/>
                  <a:pt x="7348" y="20949"/>
                  <a:pt x="7340" y="20905"/>
                </a:cubicBezTo>
                <a:cubicBezTo>
                  <a:pt x="7333" y="20860"/>
                  <a:pt x="7316" y="20817"/>
                  <a:pt x="7304" y="20809"/>
                </a:cubicBezTo>
                <a:cubicBezTo>
                  <a:pt x="7292" y="20802"/>
                  <a:pt x="7283" y="20764"/>
                  <a:pt x="7283" y="20724"/>
                </a:cubicBezTo>
                <a:cubicBezTo>
                  <a:pt x="7283" y="20685"/>
                  <a:pt x="7271" y="20645"/>
                  <a:pt x="7257" y="20636"/>
                </a:cubicBezTo>
                <a:cubicBezTo>
                  <a:pt x="7244" y="20628"/>
                  <a:pt x="7234" y="20594"/>
                  <a:pt x="7234" y="20562"/>
                </a:cubicBezTo>
                <a:cubicBezTo>
                  <a:pt x="7234" y="20529"/>
                  <a:pt x="7222" y="20495"/>
                  <a:pt x="7208" y="20487"/>
                </a:cubicBezTo>
                <a:cubicBezTo>
                  <a:pt x="7194" y="20478"/>
                  <a:pt x="7182" y="20446"/>
                  <a:pt x="7182" y="20412"/>
                </a:cubicBezTo>
                <a:cubicBezTo>
                  <a:pt x="7182" y="20351"/>
                  <a:pt x="7177" y="20334"/>
                  <a:pt x="7099" y="20185"/>
                </a:cubicBezTo>
                <a:cubicBezTo>
                  <a:pt x="7076" y="20142"/>
                  <a:pt x="7057" y="20085"/>
                  <a:pt x="7057" y="20059"/>
                </a:cubicBezTo>
                <a:cubicBezTo>
                  <a:pt x="7057" y="20033"/>
                  <a:pt x="7048" y="20002"/>
                  <a:pt x="7037" y="19989"/>
                </a:cubicBezTo>
                <a:cubicBezTo>
                  <a:pt x="7025" y="19976"/>
                  <a:pt x="7003" y="19914"/>
                  <a:pt x="6985" y="19852"/>
                </a:cubicBezTo>
                <a:cubicBezTo>
                  <a:pt x="6967" y="19791"/>
                  <a:pt x="6930" y="19689"/>
                  <a:pt x="6904" y="19625"/>
                </a:cubicBezTo>
                <a:cubicBezTo>
                  <a:pt x="6878" y="19561"/>
                  <a:pt x="6858" y="19479"/>
                  <a:pt x="6858" y="19445"/>
                </a:cubicBezTo>
                <a:cubicBezTo>
                  <a:pt x="6858" y="19410"/>
                  <a:pt x="6845" y="19376"/>
                  <a:pt x="6832" y="19367"/>
                </a:cubicBezTo>
                <a:cubicBezTo>
                  <a:pt x="6818" y="19359"/>
                  <a:pt x="6808" y="19329"/>
                  <a:pt x="6808" y="19303"/>
                </a:cubicBezTo>
                <a:cubicBezTo>
                  <a:pt x="6808" y="19276"/>
                  <a:pt x="6797" y="19236"/>
                  <a:pt x="6785" y="19212"/>
                </a:cubicBezTo>
                <a:cubicBezTo>
                  <a:pt x="6747" y="19139"/>
                  <a:pt x="6660" y="18898"/>
                  <a:pt x="6510" y="18459"/>
                </a:cubicBezTo>
                <a:cubicBezTo>
                  <a:pt x="6424" y="18207"/>
                  <a:pt x="6386" y="18076"/>
                  <a:pt x="6364" y="17935"/>
                </a:cubicBezTo>
                <a:cubicBezTo>
                  <a:pt x="6357" y="17888"/>
                  <a:pt x="6339" y="17836"/>
                  <a:pt x="6325" y="17819"/>
                </a:cubicBezTo>
                <a:cubicBezTo>
                  <a:pt x="6287" y="17772"/>
                  <a:pt x="6323" y="17744"/>
                  <a:pt x="6442" y="17726"/>
                </a:cubicBezTo>
                <a:cubicBezTo>
                  <a:pt x="6503" y="17717"/>
                  <a:pt x="6597" y="17678"/>
                  <a:pt x="6653" y="17639"/>
                </a:cubicBezTo>
                <a:cubicBezTo>
                  <a:pt x="6769" y="17555"/>
                  <a:pt x="7311" y="17018"/>
                  <a:pt x="7584" y="16715"/>
                </a:cubicBezTo>
                <a:cubicBezTo>
                  <a:pt x="7688" y="16600"/>
                  <a:pt x="7868" y="16400"/>
                  <a:pt x="7984" y="16271"/>
                </a:cubicBezTo>
                <a:cubicBezTo>
                  <a:pt x="8267" y="15959"/>
                  <a:pt x="8563" y="15618"/>
                  <a:pt x="8625" y="15534"/>
                </a:cubicBezTo>
                <a:cubicBezTo>
                  <a:pt x="8655" y="15493"/>
                  <a:pt x="8688" y="15471"/>
                  <a:pt x="8706" y="15482"/>
                </a:cubicBezTo>
                <a:cubicBezTo>
                  <a:pt x="8767" y="15519"/>
                  <a:pt x="8809" y="15680"/>
                  <a:pt x="8809" y="15872"/>
                </a:cubicBezTo>
                <a:cubicBezTo>
                  <a:pt x="8809" y="15979"/>
                  <a:pt x="8822" y="16075"/>
                  <a:pt x="8835" y="16083"/>
                </a:cubicBezTo>
                <a:cubicBezTo>
                  <a:pt x="8849" y="16092"/>
                  <a:pt x="8859" y="16206"/>
                  <a:pt x="8859" y="16341"/>
                </a:cubicBezTo>
                <a:cubicBezTo>
                  <a:pt x="8859" y="16474"/>
                  <a:pt x="8871" y="16593"/>
                  <a:pt x="8885" y="16607"/>
                </a:cubicBezTo>
                <a:cubicBezTo>
                  <a:pt x="8922" y="16644"/>
                  <a:pt x="8927" y="17637"/>
                  <a:pt x="8890" y="17706"/>
                </a:cubicBezTo>
                <a:cubicBezTo>
                  <a:pt x="8873" y="17737"/>
                  <a:pt x="8859" y="17862"/>
                  <a:pt x="8859" y="18002"/>
                </a:cubicBezTo>
                <a:cubicBezTo>
                  <a:pt x="8859" y="18268"/>
                  <a:pt x="8862" y="18272"/>
                  <a:pt x="9046" y="18493"/>
                </a:cubicBezTo>
                <a:cubicBezTo>
                  <a:pt x="9136" y="18601"/>
                  <a:pt x="9141" y="18614"/>
                  <a:pt x="9111" y="18671"/>
                </a:cubicBezTo>
                <a:cubicBezTo>
                  <a:pt x="9085" y="18718"/>
                  <a:pt x="9083" y="18747"/>
                  <a:pt x="9105" y="18797"/>
                </a:cubicBezTo>
                <a:cubicBezTo>
                  <a:pt x="9121" y="18832"/>
                  <a:pt x="9134" y="18891"/>
                  <a:pt x="9134" y="18929"/>
                </a:cubicBezTo>
                <a:cubicBezTo>
                  <a:pt x="9134" y="18976"/>
                  <a:pt x="9166" y="19028"/>
                  <a:pt x="9240" y="19099"/>
                </a:cubicBezTo>
                <a:cubicBezTo>
                  <a:pt x="9382" y="19234"/>
                  <a:pt x="9433" y="19256"/>
                  <a:pt x="9596" y="19256"/>
                </a:cubicBezTo>
                <a:cubicBezTo>
                  <a:pt x="9706" y="19256"/>
                  <a:pt x="9748" y="19268"/>
                  <a:pt x="9804" y="19316"/>
                </a:cubicBezTo>
                <a:cubicBezTo>
                  <a:pt x="9868" y="19371"/>
                  <a:pt x="9873" y="19393"/>
                  <a:pt x="9889" y="19607"/>
                </a:cubicBezTo>
                <a:cubicBezTo>
                  <a:pt x="9899" y="19735"/>
                  <a:pt x="9920" y="19941"/>
                  <a:pt x="9936" y="20064"/>
                </a:cubicBezTo>
                <a:cubicBezTo>
                  <a:pt x="9973" y="20352"/>
                  <a:pt x="9954" y="20393"/>
                  <a:pt x="9689" y="20587"/>
                </a:cubicBezTo>
                <a:cubicBezTo>
                  <a:pt x="9428" y="20779"/>
                  <a:pt x="9303" y="20856"/>
                  <a:pt x="9134" y="20923"/>
                </a:cubicBezTo>
                <a:cubicBezTo>
                  <a:pt x="9058" y="20953"/>
                  <a:pt x="8979" y="20988"/>
                  <a:pt x="8955" y="21000"/>
                </a:cubicBezTo>
                <a:cubicBezTo>
                  <a:pt x="8931" y="21013"/>
                  <a:pt x="8876" y="21023"/>
                  <a:pt x="8835" y="21023"/>
                </a:cubicBezTo>
                <a:cubicBezTo>
                  <a:pt x="8795" y="21023"/>
                  <a:pt x="8735" y="21034"/>
                  <a:pt x="8703" y="21047"/>
                </a:cubicBezTo>
                <a:cubicBezTo>
                  <a:pt x="8671" y="21059"/>
                  <a:pt x="8618" y="21075"/>
                  <a:pt x="8584" y="21083"/>
                </a:cubicBezTo>
                <a:cubicBezTo>
                  <a:pt x="8518" y="21097"/>
                  <a:pt x="8309" y="21283"/>
                  <a:pt x="8309" y="21328"/>
                </a:cubicBezTo>
                <a:cubicBezTo>
                  <a:pt x="8309" y="21342"/>
                  <a:pt x="8354" y="21396"/>
                  <a:pt x="8410" y="21449"/>
                </a:cubicBezTo>
                <a:cubicBezTo>
                  <a:pt x="8502" y="21536"/>
                  <a:pt x="8523" y="21545"/>
                  <a:pt x="8654" y="21547"/>
                </a:cubicBezTo>
                <a:cubicBezTo>
                  <a:pt x="8732" y="21548"/>
                  <a:pt x="8818" y="21558"/>
                  <a:pt x="8846" y="21570"/>
                </a:cubicBezTo>
                <a:cubicBezTo>
                  <a:pt x="8900" y="21594"/>
                  <a:pt x="10359" y="21584"/>
                  <a:pt x="10663" y="21557"/>
                </a:cubicBezTo>
                <a:cubicBezTo>
                  <a:pt x="10766" y="21548"/>
                  <a:pt x="10860" y="21531"/>
                  <a:pt x="10873" y="21519"/>
                </a:cubicBezTo>
                <a:cubicBezTo>
                  <a:pt x="10886" y="21506"/>
                  <a:pt x="10923" y="21495"/>
                  <a:pt x="10956" y="21495"/>
                </a:cubicBezTo>
                <a:cubicBezTo>
                  <a:pt x="11054" y="21495"/>
                  <a:pt x="11108" y="21452"/>
                  <a:pt x="11177" y="21317"/>
                </a:cubicBezTo>
                <a:cubicBezTo>
                  <a:pt x="11233" y="21206"/>
                  <a:pt x="11239" y="21176"/>
                  <a:pt x="11216" y="21098"/>
                </a:cubicBezTo>
                <a:cubicBezTo>
                  <a:pt x="11201" y="21049"/>
                  <a:pt x="11171" y="20943"/>
                  <a:pt x="11148" y="20861"/>
                </a:cubicBezTo>
                <a:cubicBezTo>
                  <a:pt x="11126" y="20779"/>
                  <a:pt x="11098" y="20691"/>
                  <a:pt x="11086" y="20667"/>
                </a:cubicBezTo>
                <a:cubicBezTo>
                  <a:pt x="11073" y="20644"/>
                  <a:pt x="11062" y="20604"/>
                  <a:pt x="11062" y="20577"/>
                </a:cubicBezTo>
                <a:cubicBezTo>
                  <a:pt x="11062" y="20550"/>
                  <a:pt x="11040" y="20490"/>
                  <a:pt x="11016" y="20446"/>
                </a:cubicBezTo>
                <a:cubicBezTo>
                  <a:pt x="10907" y="20247"/>
                  <a:pt x="10910" y="20293"/>
                  <a:pt x="10917" y="17463"/>
                </a:cubicBezTo>
                <a:lnTo>
                  <a:pt x="10925" y="14762"/>
                </a:lnTo>
                <a:lnTo>
                  <a:pt x="11963" y="14762"/>
                </a:lnTo>
                <a:lnTo>
                  <a:pt x="13001" y="14762"/>
                </a:lnTo>
                <a:lnTo>
                  <a:pt x="13014" y="14876"/>
                </a:lnTo>
                <a:cubicBezTo>
                  <a:pt x="13030" y="15006"/>
                  <a:pt x="13076" y="15100"/>
                  <a:pt x="13123" y="15100"/>
                </a:cubicBezTo>
                <a:cubicBezTo>
                  <a:pt x="13141" y="15100"/>
                  <a:pt x="13175" y="15121"/>
                  <a:pt x="13199" y="15147"/>
                </a:cubicBezTo>
                <a:cubicBezTo>
                  <a:pt x="13237" y="15189"/>
                  <a:pt x="13241" y="15256"/>
                  <a:pt x="13230" y="15848"/>
                </a:cubicBezTo>
                <a:cubicBezTo>
                  <a:pt x="13223" y="16210"/>
                  <a:pt x="13209" y="16638"/>
                  <a:pt x="13201" y="16800"/>
                </a:cubicBezTo>
                <a:cubicBezTo>
                  <a:pt x="13191" y="16995"/>
                  <a:pt x="13194" y="17105"/>
                  <a:pt x="13212" y="17123"/>
                </a:cubicBezTo>
                <a:cubicBezTo>
                  <a:pt x="13245" y="17156"/>
                  <a:pt x="13247" y="17280"/>
                  <a:pt x="13214" y="17301"/>
                </a:cubicBezTo>
                <a:cubicBezTo>
                  <a:pt x="13199" y="17310"/>
                  <a:pt x="13188" y="17559"/>
                  <a:pt x="13188" y="17961"/>
                </a:cubicBezTo>
                <a:cubicBezTo>
                  <a:pt x="13188" y="18364"/>
                  <a:pt x="13199" y="18612"/>
                  <a:pt x="13214" y="18622"/>
                </a:cubicBezTo>
                <a:cubicBezTo>
                  <a:pt x="13228" y="18630"/>
                  <a:pt x="13240" y="18701"/>
                  <a:pt x="13240" y="18782"/>
                </a:cubicBezTo>
                <a:cubicBezTo>
                  <a:pt x="13240" y="18862"/>
                  <a:pt x="13228" y="18936"/>
                  <a:pt x="13214" y="18944"/>
                </a:cubicBezTo>
                <a:cubicBezTo>
                  <a:pt x="13200" y="18953"/>
                  <a:pt x="13188" y="19008"/>
                  <a:pt x="13188" y="19068"/>
                </a:cubicBezTo>
                <a:cubicBezTo>
                  <a:pt x="13188" y="19128"/>
                  <a:pt x="13179" y="19186"/>
                  <a:pt x="13165" y="19194"/>
                </a:cubicBezTo>
                <a:cubicBezTo>
                  <a:pt x="13151" y="19203"/>
                  <a:pt x="13139" y="19226"/>
                  <a:pt x="13139" y="19246"/>
                </a:cubicBezTo>
                <a:cubicBezTo>
                  <a:pt x="13139" y="19266"/>
                  <a:pt x="13099" y="19322"/>
                  <a:pt x="13051" y="19370"/>
                </a:cubicBezTo>
                <a:cubicBezTo>
                  <a:pt x="12943" y="19476"/>
                  <a:pt x="12928" y="19539"/>
                  <a:pt x="12970" y="19666"/>
                </a:cubicBezTo>
                <a:cubicBezTo>
                  <a:pt x="12999" y="19753"/>
                  <a:pt x="13023" y="19777"/>
                  <a:pt x="13173" y="19852"/>
                </a:cubicBezTo>
                <a:cubicBezTo>
                  <a:pt x="13329" y="19930"/>
                  <a:pt x="13366" y="19937"/>
                  <a:pt x="13617" y="19948"/>
                </a:cubicBezTo>
                <a:cubicBezTo>
                  <a:pt x="13960" y="19962"/>
                  <a:pt x="14165" y="19923"/>
                  <a:pt x="14281" y="19821"/>
                </a:cubicBezTo>
                <a:cubicBezTo>
                  <a:pt x="14360" y="19752"/>
                  <a:pt x="14367" y="19738"/>
                  <a:pt x="14367" y="19581"/>
                </a:cubicBezTo>
                <a:cubicBezTo>
                  <a:pt x="14367" y="19445"/>
                  <a:pt x="14353" y="19390"/>
                  <a:pt x="14291" y="19272"/>
                </a:cubicBezTo>
                <a:cubicBezTo>
                  <a:pt x="14250" y="19193"/>
                  <a:pt x="14216" y="19101"/>
                  <a:pt x="14216" y="19068"/>
                </a:cubicBezTo>
                <a:cubicBezTo>
                  <a:pt x="14216" y="19035"/>
                  <a:pt x="14204" y="19002"/>
                  <a:pt x="14190" y="18993"/>
                </a:cubicBezTo>
                <a:cubicBezTo>
                  <a:pt x="14174" y="18983"/>
                  <a:pt x="14164" y="18315"/>
                  <a:pt x="14164" y="17069"/>
                </a:cubicBezTo>
                <a:lnTo>
                  <a:pt x="14164" y="15160"/>
                </a:lnTo>
                <a:lnTo>
                  <a:pt x="14239" y="15087"/>
                </a:lnTo>
                <a:cubicBezTo>
                  <a:pt x="14299" y="15030"/>
                  <a:pt x="14314" y="14994"/>
                  <a:pt x="14320" y="14891"/>
                </a:cubicBezTo>
                <a:lnTo>
                  <a:pt x="14328" y="14762"/>
                </a:lnTo>
                <a:lnTo>
                  <a:pt x="15267" y="14762"/>
                </a:lnTo>
                <a:lnTo>
                  <a:pt x="16204" y="14762"/>
                </a:lnTo>
                <a:lnTo>
                  <a:pt x="16212" y="14835"/>
                </a:lnTo>
                <a:cubicBezTo>
                  <a:pt x="16217" y="14874"/>
                  <a:pt x="16209" y="14918"/>
                  <a:pt x="16194" y="14933"/>
                </a:cubicBezTo>
                <a:cubicBezTo>
                  <a:pt x="16179" y="14947"/>
                  <a:pt x="16168" y="14986"/>
                  <a:pt x="16168" y="15018"/>
                </a:cubicBezTo>
                <a:cubicBezTo>
                  <a:pt x="16168" y="15049"/>
                  <a:pt x="16155" y="15101"/>
                  <a:pt x="16139" y="15131"/>
                </a:cubicBezTo>
                <a:cubicBezTo>
                  <a:pt x="16078" y="15250"/>
                  <a:pt x="16067" y="15276"/>
                  <a:pt x="16067" y="15320"/>
                </a:cubicBezTo>
                <a:cubicBezTo>
                  <a:pt x="16067" y="15345"/>
                  <a:pt x="16045" y="15412"/>
                  <a:pt x="16017" y="15469"/>
                </a:cubicBezTo>
                <a:cubicBezTo>
                  <a:pt x="15990" y="15527"/>
                  <a:pt x="15958" y="15606"/>
                  <a:pt x="15950" y="15647"/>
                </a:cubicBezTo>
                <a:cubicBezTo>
                  <a:pt x="15942" y="15688"/>
                  <a:pt x="15926" y="15728"/>
                  <a:pt x="15914" y="15735"/>
                </a:cubicBezTo>
                <a:cubicBezTo>
                  <a:pt x="15902" y="15742"/>
                  <a:pt x="15893" y="15781"/>
                  <a:pt x="15893" y="15820"/>
                </a:cubicBezTo>
                <a:cubicBezTo>
                  <a:pt x="15893" y="15859"/>
                  <a:pt x="15881" y="15899"/>
                  <a:pt x="15867" y="15908"/>
                </a:cubicBezTo>
                <a:cubicBezTo>
                  <a:pt x="15853" y="15916"/>
                  <a:pt x="15841" y="15947"/>
                  <a:pt x="15841" y="15977"/>
                </a:cubicBezTo>
                <a:cubicBezTo>
                  <a:pt x="15841" y="16007"/>
                  <a:pt x="15812" y="16090"/>
                  <a:pt x="15779" y="16158"/>
                </a:cubicBezTo>
                <a:cubicBezTo>
                  <a:pt x="15745" y="16226"/>
                  <a:pt x="15716" y="16301"/>
                  <a:pt x="15716" y="16326"/>
                </a:cubicBezTo>
                <a:cubicBezTo>
                  <a:pt x="15716" y="16350"/>
                  <a:pt x="15704" y="16396"/>
                  <a:pt x="15688" y="16426"/>
                </a:cubicBezTo>
                <a:cubicBezTo>
                  <a:pt x="15625" y="16548"/>
                  <a:pt x="15618" y="16569"/>
                  <a:pt x="15618" y="16627"/>
                </a:cubicBezTo>
                <a:cubicBezTo>
                  <a:pt x="15618" y="16661"/>
                  <a:pt x="15606" y="16696"/>
                  <a:pt x="15592" y="16705"/>
                </a:cubicBezTo>
                <a:cubicBezTo>
                  <a:pt x="15578" y="16713"/>
                  <a:pt x="15566" y="16750"/>
                  <a:pt x="15566" y="16787"/>
                </a:cubicBezTo>
                <a:cubicBezTo>
                  <a:pt x="15566" y="16825"/>
                  <a:pt x="15556" y="16867"/>
                  <a:pt x="15545" y="16880"/>
                </a:cubicBezTo>
                <a:cubicBezTo>
                  <a:pt x="15534" y="16893"/>
                  <a:pt x="15511" y="16955"/>
                  <a:pt x="15493" y="17017"/>
                </a:cubicBezTo>
                <a:cubicBezTo>
                  <a:pt x="15476" y="17079"/>
                  <a:pt x="15451" y="17148"/>
                  <a:pt x="15439" y="17172"/>
                </a:cubicBezTo>
                <a:cubicBezTo>
                  <a:pt x="15426" y="17196"/>
                  <a:pt x="15418" y="17232"/>
                  <a:pt x="15418" y="17254"/>
                </a:cubicBezTo>
                <a:cubicBezTo>
                  <a:pt x="15418" y="17276"/>
                  <a:pt x="15399" y="17330"/>
                  <a:pt x="15376" y="17373"/>
                </a:cubicBezTo>
                <a:cubicBezTo>
                  <a:pt x="15299" y="17520"/>
                  <a:pt x="15291" y="17537"/>
                  <a:pt x="15291" y="17587"/>
                </a:cubicBezTo>
                <a:cubicBezTo>
                  <a:pt x="15291" y="17615"/>
                  <a:pt x="15281" y="17661"/>
                  <a:pt x="15267" y="17688"/>
                </a:cubicBezTo>
                <a:cubicBezTo>
                  <a:pt x="15254" y="17715"/>
                  <a:pt x="15229" y="17759"/>
                  <a:pt x="15215" y="17786"/>
                </a:cubicBezTo>
                <a:cubicBezTo>
                  <a:pt x="15202" y="17813"/>
                  <a:pt x="15192" y="17863"/>
                  <a:pt x="15192" y="17897"/>
                </a:cubicBezTo>
                <a:cubicBezTo>
                  <a:pt x="15192" y="17930"/>
                  <a:pt x="15180" y="17966"/>
                  <a:pt x="15166" y="17974"/>
                </a:cubicBezTo>
                <a:cubicBezTo>
                  <a:pt x="15152" y="17983"/>
                  <a:pt x="15140" y="18012"/>
                  <a:pt x="15140" y="18039"/>
                </a:cubicBezTo>
                <a:cubicBezTo>
                  <a:pt x="15140" y="18065"/>
                  <a:pt x="15121" y="18133"/>
                  <a:pt x="15096" y="18191"/>
                </a:cubicBezTo>
                <a:cubicBezTo>
                  <a:pt x="15040" y="18319"/>
                  <a:pt x="14993" y="18447"/>
                  <a:pt x="14966" y="18547"/>
                </a:cubicBezTo>
                <a:cubicBezTo>
                  <a:pt x="14955" y="18588"/>
                  <a:pt x="14912" y="18711"/>
                  <a:pt x="14870" y="18820"/>
                </a:cubicBezTo>
                <a:cubicBezTo>
                  <a:pt x="14829" y="18930"/>
                  <a:pt x="14781" y="19059"/>
                  <a:pt x="14764" y="19107"/>
                </a:cubicBezTo>
                <a:cubicBezTo>
                  <a:pt x="14747" y="19155"/>
                  <a:pt x="14723" y="19222"/>
                  <a:pt x="14709" y="19256"/>
                </a:cubicBezTo>
                <a:cubicBezTo>
                  <a:pt x="14669" y="19358"/>
                  <a:pt x="14651" y="19409"/>
                  <a:pt x="14590" y="19605"/>
                </a:cubicBezTo>
                <a:cubicBezTo>
                  <a:pt x="14558" y="19707"/>
                  <a:pt x="14523" y="19800"/>
                  <a:pt x="14512" y="19813"/>
                </a:cubicBezTo>
                <a:cubicBezTo>
                  <a:pt x="14501" y="19826"/>
                  <a:pt x="14491" y="19869"/>
                  <a:pt x="14491" y="19906"/>
                </a:cubicBezTo>
                <a:cubicBezTo>
                  <a:pt x="14491" y="19944"/>
                  <a:pt x="14479" y="19980"/>
                  <a:pt x="14465" y="19989"/>
                </a:cubicBezTo>
                <a:cubicBezTo>
                  <a:pt x="14452" y="19997"/>
                  <a:pt x="14439" y="20028"/>
                  <a:pt x="14439" y="20056"/>
                </a:cubicBezTo>
                <a:cubicBezTo>
                  <a:pt x="14439" y="20084"/>
                  <a:pt x="14425" y="20136"/>
                  <a:pt x="14406" y="20172"/>
                </a:cubicBezTo>
                <a:cubicBezTo>
                  <a:pt x="14386" y="20208"/>
                  <a:pt x="14357" y="20288"/>
                  <a:pt x="14341" y="20350"/>
                </a:cubicBezTo>
                <a:cubicBezTo>
                  <a:pt x="14309" y="20465"/>
                  <a:pt x="14276" y="20555"/>
                  <a:pt x="14237" y="20631"/>
                </a:cubicBezTo>
                <a:cubicBezTo>
                  <a:pt x="14225" y="20655"/>
                  <a:pt x="14216" y="20701"/>
                  <a:pt x="14216" y="20734"/>
                </a:cubicBezTo>
                <a:cubicBezTo>
                  <a:pt x="14216" y="20768"/>
                  <a:pt x="14204" y="20803"/>
                  <a:pt x="14190" y="20812"/>
                </a:cubicBezTo>
                <a:cubicBezTo>
                  <a:pt x="14176" y="20820"/>
                  <a:pt x="14164" y="20858"/>
                  <a:pt x="14164" y="20897"/>
                </a:cubicBezTo>
                <a:cubicBezTo>
                  <a:pt x="14164" y="20936"/>
                  <a:pt x="14155" y="20976"/>
                  <a:pt x="14141" y="20985"/>
                </a:cubicBezTo>
                <a:cubicBezTo>
                  <a:pt x="14095" y="21013"/>
                  <a:pt x="14112" y="21168"/>
                  <a:pt x="14164" y="21196"/>
                </a:cubicBezTo>
                <a:cubicBezTo>
                  <a:pt x="14217" y="21224"/>
                  <a:pt x="14512" y="21231"/>
                  <a:pt x="14577" y="21207"/>
                </a:cubicBezTo>
                <a:cubicBezTo>
                  <a:pt x="14618" y="21191"/>
                  <a:pt x="14740" y="20951"/>
                  <a:pt x="14740" y="20887"/>
                </a:cubicBezTo>
                <a:cubicBezTo>
                  <a:pt x="14740" y="20867"/>
                  <a:pt x="14753" y="20844"/>
                  <a:pt x="14766" y="20835"/>
                </a:cubicBezTo>
                <a:cubicBezTo>
                  <a:pt x="14780" y="20827"/>
                  <a:pt x="14790" y="20802"/>
                  <a:pt x="14790" y="20778"/>
                </a:cubicBezTo>
                <a:cubicBezTo>
                  <a:pt x="14790" y="20755"/>
                  <a:pt x="14830" y="20637"/>
                  <a:pt x="14878" y="20515"/>
                </a:cubicBezTo>
                <a:cubicBezTo>
                  <a:pt x="14926" y="20393"/>
                  <a:pt x="14966" y="20274"/>
                  <a:pt x="14966" y="20252"/>
                </a:cubicBezTo>
                <a:cubicBezTo>
                  <a:pt x="14966" y="20230"/>
                  <a:pt x="14989" y="20165"/>
                  <a:pt x="15016" y="20110"/>
                </a:cubicBezTo>
                <a:cubicBezTo>
                  <a:pt x="15042" y="20055"/>
                  <a:pt x="15071" y="19982"/>
                  <a:pt x="15080" y="19945"/>
                </a:cubicBezTo>
                <a:cubicBezTo>
                  <a:pt x="15090" y="19908"/>
                  <a:pt x="15107" y="19870"/>
                  <a:pt x="15119" y="19862"/>
                </a:cubicBezTo>
                <a:cubicBezTo>
                  <a:pt x="15132" y="19855"/>
                  <a:pt x="15140" y="19823"/>
                  <a:pt x="15140" y="19790"/>
                </a:cubicBezTo>
                <a:cubicBezTo>
                  <a:pt x="15140" y="19758"/>
                  <a:pt x="15152" y="19724"/>
                  <a:pt x="15166" y="19715"/>
                </a:cubicBezTo>
                <a:cubicBezTo>
                  <a:pt x="15180" y="19707"/>
                  <a:pt x="15192" y="19667"/>
                  <a:pt x="15192" y="19628"/>
                </a:cubicBezTo>
                <a:cubicBezTo>
                  <a:pt x="15192" y="19588"/>
                  <a:pt x="15202" y="19551"/>
                  <a:pt x="15215" y="19543"/>
                </a:cubicBezTo>
                <a:cubicBezTo>
                  <a:pt x="15229" y="19534"/>
                  <a:pt x="15241" y="19502"/>
                  <a:pt x="15241" y="19470"/>
                </a:cubicBezTo>
                <a:cubicBezTo>
                  <a:pt x="15241" y="19439"/>
                  <a:pt x="15249" y="19406"/>
                  <a:pt x="15260" y="19396"/>
                </a:cubicBezTo>
                <a:cubicBezTo>
                  <a:pt x="15270" y="19385"/>
                  <a:pt x="15280" y="19369"/>
                  <a:pt x="15280" y="19359"/>
                </a:cubicBezTo>
                <a:cubicBezTo>
                  <a:pt x="15280" y="19341"/>
                  <a:pt x="15338" y="19143"/>
                  <a:pt x="15366" y="19068"/>
                </a:cubicBezTo>
                <a:cubicBezTo>
                  <a:pt x="15385" y="19017"/>
                  <a:pt x="15440" y="18863"/>
                  <a:pt x="15493" y="18709"/>
                </a:cubicBezTo>
                <a:cubicBezTo>
                  <a:pt x="15510" y="18661"/>
                  <a:pt x="15533" y="18602"/>
                  <a:pt x="15545" y="18578"/>
                </a:cubicBezTo>
                <a:cubicBezTo>
                  <a:pt x="15557" y="18554"/>
                  <a:pt x="15566" y="18508"/>
                  <a:pt x="15566" y="18475"/>
                </a:cubicBezTo>
                <a:cubicBezTo>
                  <a:pt x="15566" y="18441"/>
                  <a:pt x="15578" y="18406"/>
                  <a:pt x="15592" y="18397"/>
                </a:cubicBezTo>
                <a:cubicBezTo>
                  <a:pt x="15606" y="18389"/>
                  <a:pt x="15618" y="18355"/>
                  <a:pt x="15618" y="18322"/>
                </a:cubicBezTo>
                <a:cubicBezTo>
                  <a:pt x="15618" y="18290"/>
                  <a:pt x="15627" y="18256"/>
                  <a:pt x="15641" y="18248"/>
                </a:cubicBezTo>
                <a:cubicBezTo>
                  <a:pt x="15655" y="18239"/>
                  <a:pt x="15667" y="18205"/>
                  <a:pt x="15667" y="18173"/>
                </a:cubicBezTo>
                <a:cubicBezTo>
                  <a:pt x="15667" y="18140"/>
                  <a:pt x="15679" y="18106"/>
                  <a:pt x="15693" y="18098"/>
                </a:cubicBezTo>
                <a:cubicBezTo>
                  <a:pt x="15707" y="18089"/>
                  <a:pt x="15716" y="18060"/>
                  <a:pt x="15716" y="18033"/>
                </a:cubicBezTo>
                <a:cubicBezTo>
                  <a:pt x="15716" y="18007"/>
                  <a:pt x="15729" y="17961"/>
                  <a:pt x="15745" y="17930"/>
                </a:cubicBezTo>
                <a:cubicBezTo>
                  <a:pt x="15808" y="17809"/>
                  <a:pt x="15818" y="17785"/>
                  <a:pt x="15818" y="17726"/>
                </a:cubicBezTo>
                <a:cubicBezTo>
                  <a:pt x="15818" y="17693"/>
                  <a:pt x="15826" y="17659"/>
                  <a:pt x="15838" y="17652"/>
                </a:cubicBezTo>
                <a:cubicBezTo>
                  <a:pt x="15850" y="17644"/>
                  <a:pt x="15892" y="17539"/>
                  <a:pt x="15929" y="17419"/>
                </a:cubicBezTo>
                <a:cubicBezTo>
                  <a:pt x="15967" y="17299"/>
                  <a:pt x="16008" y="17183"/>
                  <a:pt x="16020" y="17159"/>
                </a:cubicBezTo>
                <a:cubicBezTo>
                  <a:pt x="16033" y="17135"/>
                  <a:pt x="16043" y="17101"/>
                  <a:pt x="16043" y="17082"/>
                </a:cubicBezTo>
                <a:cubicBezTo>
                  <a:pt x="16043" y="17062"/>
                  <a:pt x="16057" y="17012"/>
                  <a:pt x="16077" y="16973"/>
                </a:cubicBezTo>
                <a:cubicBezTo>
                  <a:pt x="16097" y="16934"/>
                  <a:pt x="16162" y="16753"/>
                  <a:pt x="16220" y="16568"/>
                </a:cubicBezTo>
                <a:cubicBezTo>
                  <a:pt x="16278" y="16383"/>
                  <a:pt x="16335" y="16220"/>
                  <a:pt x="16347" y="16207"/>
                </a:cubicBezTo>
                <a:cubicBezTo>
                  <a:pt x="16359" y="16194"/>
                  <a:pt x="16368" y="16160"/>
                  <a:pt x="16368" y="16130"/>
                </a:cubicBezTo>
                <a:cubicBezTo>
                  <a:pt x="16368" y="16099"/>
                  <a:pt x="16380" y="16066"/>
                  <a:pt x="16394" y="16057"/>
                </a:cubicBezTo>
                <a:cubicBezTo>
                  <a:pt x="16408" y="16049"/>
                  <a:pt x="16417" y="16019"/>
                  <a:pt x="16417" y="15993"/>
                </a:cubicBezTo>
                <a:cubicBezTo>
                  <a:pt x="16417" y="15966"/>
                  <a:pt x="16445" y="15888"/>
                  <a:pt x="16479" y="15817"/>
                </a:cubicBezTo>
                <a:cubicBezTo>
                  <a:pt x="16514" y="15746"/>
                  <a:pt x="16542" y="15663"/>
                  <a:pt x="16542" y="15632"/>
                </a:cubicBezTo>
                <a:cubicBezTo>
                  <a:pt x="16542" y="15601"/>
                  <a:pt x="16554" y="15568"/>
                  <a:pt x="16568" y="15559"/>
                </a:cubicBezTo>
                <a:cubicBezTo>
                  <a:pt x="16581" y="15551"/>
                  <a:pt x="16594" y="15517"/>
                  <a:pt x="16594" y="15485"/>
                </a:cubicBezTo>
                <a:cubicBezTo>
                  <a:pt x="16594" y="15452"/>
                  <a:pt x="16603" y="15418"/>
                  <a:pt x="16617" y="15410"/>
                </a:cubicBezTo>
                <a:cubicBezTo>
                  <a:pt x="16631" y="15401"/>
                  <a:pt x="16643" y="15368"/>
                  <a:pt x="16643" y="15335"/>
                </a:cubicBezTo>
                <a:cubicBezTo>
                  <a:pt x="16643" y="15302"/>
                  <a:pt x="16655" y="15269"/>
                  <a:pt x="16669" y="15260"/>
                </a:cubicBezTo>
                <a:cubicBezTo>
                  <a:pt x="16683" y="15252"/>
                  <a:pt x="16692" y="15215"/>
                  <a:pt x="16692" y="15178"/>
                </a:cubicBezTo>
                <a:cubicBezTo>
                  <a:pt x="16692" y="15140"/>
                  <a:pt x="16702" y="15098"/>
                  <a:pt x="16713" y="15085"/>
                </a:cubicBezTo>
                <a:cubicBezTo>
                  <a:pt x="16724" y="15072"/>
                  <a:pt x="16749" y="15018"/>
                  <a:pt x="16768" y="14964"/>
                </a:cubicBezTo>
                <a:cubicBezTo>
                  <a:pt x="16830" y="14781"/>
                  <a:pt x="16861" y="14752"/>
                  <a:pt x="16996" y="14752"/>
                </a:cubicBezTo>
                <a:cubicBezTo>
                  <a:pt x="17123" y="14752"/>
                  <a:pt x="17210" y="14722"/>
                  <a:pt x="17326" y="14644"/>
                </a:cubicBezTo>
                <a:lnTo>
                  <a:pt x="17393" y="14597"/>
                </a:lnTo>
                <a:lnTo>
                  <a:pt x="17396" y="14270"/>
                </a:lnTo>
                <a:cubicBezTo>
                  <a:pt x="17396" y="14021"/>
                  <a:pt x="17404" y="13930"/>
                  <a:pt x="17432" y="13893"/>
                </a:cubicBezTo>
                <a:cubicBezTo>
                  <a:pt x="17454" y="13865"/>
                  <a:pt x="17468" y="13791"/>
                  <a:pt x="17468" y="13715"/>
                </a:cubicBezTo>
                <a:cubicBezTo>
                  <a:pt x="17468" y="13643"/>
                  <a:pt x="17481" y="13576"/>
                  <a:pt x="17494" y="13568"/>
                </a:cubicBezTo>
                <a:cubicBezTo>
                  <a:pt x="17508" y="13559"/>
                  <a:pt x="17518" y="13510"/>
                  <a:pt x="17518" y="13457"/>
                </a:cubicBezTo>
                <a:cubicBezTo>
                  <a:pt x="17518" y="13404"/>
                  <a:pt x="17530" y="13354"/>
                  <a:pt x="17544" y="13346"/>
                </a:cubicBezTo>
                <a:cubicBezTo>
                  <a:pt x="17557" y="13338"/>
                  <a:pt x="17570" y="13277"/>
                  <a:pt x="17570" y="13212"/>
                </a:cubicBezTo>
                <a:cubicBezTo>
                  <a:pt x="17570" y="13147"/>
                  <a:pt x="17580" y="13083"/>
                  <a:pt x="17593" y="13070"/>
                </a:cubicBezTo>
                <a:cubicBezTo>
                  <a:pt x="17606" y="13057"/>
                  <a:pt x="17620" y="12979"/>
                  <a:pt x="17627" y="12897"/>
                </a:cubicBezTo>
                <a:cubicBezTo>
                  <a:pt x="17634" y="12815"/>
                  <a:pt x="17653" y="12680"/>
                  <a:pt x="17668" y="12598"/>
                </a:cubicBezTo>
                <a:cubicBezTo>
                  <a:pt x="17683" y="12516"/>
                  <a:pt x="17702" y="12405"/>
                  <a:pt x="17710" y="12350"/>
                </a:cubicBezTo>
                <a:cubicBezTo>
                  <a:pt x="17718" y="12295"/>
                  <a:pt x="17733" y="12240"/>
                  <a:pt x="17744" y="12229"/>
                </a:cubicBezTo>
                <a:cubicBezTo>
                  <a:pt x="17766" y="12205"/>
                  <a:pt x="17845" y="12349"/>
                  <a:pt x="17845" y="12415"/>
                </a:cubicBezTo>
                <a:cubicBezTo>
                  <a:pt x="17845" y="12439"/>
                  <a:pt x="17854" y="12466"/>
                  <a:pt x="17868" y="12474"/>
                </a:cubicBezTo>
                <a:cubicBezTo>
                  <a:pt x="17882" y="12483"/>
                  <a:pt x="17894" y="12512"/>
                  <a:pt x="17894" y="12539"/>
                </a:cubicBezTo>
                <a:cubicBezTo>
                  <a:pt x="17894" y="12586"/>
                  <a:pt x="17905" y="12610"/>
                  <a:pt x="17967" y="12729"/>
                </a:cubicBezTo>
                <a:cubicBezTo>
                  <a:pt x="17983" y="12760"/>
                  <a:pt x="17995" y="12807"/>
                  <a:pt x="17995" y="12835"/>
                </a:cubicBezTo>
                <a:cubicBezTo>
                  <a:pt x="17995" y="12863"/>
                  <a:pt x="18004" y="12904"/>
                  <a:pt x="18016" y="12928"/>
                </a:cubicBezTo>
                <a:cubicBezTo>
                  <a:pt x="18028" y="12952"/>
                  <a:pt x="18054" y="13021"/>
                  <a:pt x="18076" y="13083"/>
                </a:cubicBezTo>
                <a:cubicBezTo>
                  <a:pt x="18150" y="13297"/>
                  <a:pt x="18178" y="13369"/>
                  <a:pt x="18198" y="13418"/>
                </a:cubicBezTo>
                <a:cubicBezTo>
                  <a:pt x="18209" y="13446"/>
                  <a:pt x="18247" y="13559"/>
                  <a:pt x="18283" y="13668"/>
                </a:cubicBezTo>
                <a:cubicBezTo>
                  <a:pt x="18351" y="13871"/>
                  <a:pt x="18384" y="13958"/>
                  <a:pt x="18424" y="14035"/>
                </a:cubicBezTo>
                <a:cubicBezTo>
                  <a:pt x="18436" y="14059"/>
                  <a:pt x="18444" y="14104"/>
                  <a:pt x="18444" y="14135"/>
                </a:cubicBezTo>
                <a:cubicBezTo>
                  <a:pt x="18444" y="14167"/>
                  <a:pt x="18459" y="14207"/>
                  <a:pt x="18475" y="14223"/>
                </a:cubicBezTo>
                <a:cubicBezTo>
                  <a:pt x="18492" y="14240"/>
                  <a:pt x="18496" y="14254"/>
                  <a:pt x="18486" y="14254"/>
                </a:cubicBezTo>
                <a:cubicBezTo>
                  <a:pt x="18476" y="14254"/>
                  <a:pt x="18486" y="14286"/>
                  <a:pt x="18507" y="14326"/>
                </a:cubicBezTo>
                <a:cubicBezTo>
                  <a:pt x="18528" y="14367"/>
                  <a:pt x="18546" y="14418"/>
                  <a:pt x="18546" y="14440"/>
                </a:cubicBezTo>
                <a:cubicBezTo>
                  <a:pt x="18546" y="14461"/>
                  <a:pt x="18566" y="14526"/>
                  <a:pt x="18592" y="14584"/>
                </a:cubicBezTo>
                <a:cubicBezTo>
                  <a:pt x="18618" y="14642"/>
                  <a:pt x="18647" y="14712"/>
                  <a:pt x="18655" y="14739"/>
                </a:cubicBezTo>
                <a:cubicBezTo>
                  <a:pt x="18683" y="14844"/>
                  <a:pt x="18786" y="15125"/>
                  <a:pt x="18803" y="15142"/>
                </a:cubicBezTo>
                <a:cubicBezTo>
                  <a:pt x="18812" y="15151"/>
                  <a:pt x="18821" y="15184"/>
                  <a:pt x="18821" y="15216"/>
                </a:cubicBezTo>
                <a:cubicBezTo>
                  <a:pt x="18821" y="15248"/>
                  <a:pt x="18830" y="15298"/>
                  <a:pt x="18844" y="15325"/>
                </a:cubicBezTo>
                <a:cubicBezTo>
                  <a:pt x="18858" y="15352"/>
                  <a:pt x="18882" y="15396"/>
                  <a:pt x="18896" y="15423"/>
                </a:cubicBezTo>
                <a:cubicBezTo>
                  <a:pt x="18910" y="15450"/>
                  <a:pt x="18919" y="15500"/>
                  <a:pt x="18919" y="15534"/>
                </a:cubicBezTo>
                <a:cubicBezTo>
                  <a:pt x="18919" y="15567"/>
                  <a:pt x="18932" y="15600"/>
                  <a:pt x="18945" y="15608"/>
                </a:cubicBezTo>
                <a:cubicBezTo>
                  <a:pt x="18959" y="15617"/>
                  <a:pt x="18971" y="15652"/>
                  <a:pt x="18971" y="15686"/>
                </a:cubicBezTo>
                <a:cubicBezTo>
                  <a:pt x="18971" y="15719"/>
                  <a:pt x="18980" y="15768"/>
                  <a:pt x="18992" y="15792"/>
                </a:cubicBezTo>
                <a:cubicBezTo>
                  <a:pt x="19029" y="15864"/>
                  <a:pt x="19067" y="15956"/>
                  <a:pt x="19085" y="16021"/>
                </a:cubicBezTo>
                <a:cubicBezTo>
                  <a:pt x="19095" y="16055"/>
                  <a:pt x="19122" y="16126"/>
                  <a:pt x="19145" y="16181"/>
                </a:cubicBezTo>
                <a:cubicBezTo>
                  <a:pt x="19204" y="16318"/>
                  <a:pt x="19246" y="16451"/>
                  <a:pt x="19246" y="16501"/>
                </a:cubicBezTo>
                <a:cubicBezTo>
                  <a:pt x="19246" y="16524"/>
                  <a:pt x="19256" y="16567"/>
                  <a:pt x="19270" y="16594"/>
                </a:cubicBezTo>
                <a:cubicBezTo>
                  <a:pt x="19283" y="16621"/>
                  <a:pt x="19308" y="16665"/>
                  <a:pt x="19322" y="16692"/>
                </a:cubicBezTo>
                <a:cubicBezTo>
                  <a:pt x="19335" y="16719"/>
                  <a:pt x="19345" y="16769"/>
                  <a:pt x="19345" y="16803"/>
                </a:cubicBezTo>
                <a:cubicBezTo>
                  <a:pt x="19345" y="16836"/>
                  <a:pt x="19357" y="16869"/>
                  <a:pt x="19371" y="16878"/>
                </a:cubicBezTo>
                <a:cubicBezTo>
                  <a:pt x="19385" y="16886"/>
                  <a:pt x="19397" y="16919"/>
                  <a:pt x="19397" y="16950"/>
                </a:cubicBezTo>
                <a:cubicBezTo>
                  <a:pt x="19397" y="16981"/>
                  <a:pt x="19403" y="17015"/>
                  <a:pt x="19412" y="17025"/>
                </a:cubicBezTo>
                <a:cubicBezTo>
                  <a:pt x="19430" y="17042"/>
                  <a:pt x="19463" y="17130"/>
                  <a:pt x="19534" y="17339"/>
                </a:cubicBezTo>
                <a:cubicBezTo>
                  <a:pt x="19555" y="17401"/>
                  <a:pt x="19583" y="17475"/>
                  <a:pt x="19594" y="17502"/>
                </a:cubicBezTo>
                <a:cubicBezTo>
                  <a:pt x="19605" y="17529"/>
                  <a:pt x="19633" y="17612"/>
                  <a:pt x="19656" y="17688"/>
                </a:cubicBezTo>
                <a:cubicBezTo>
                  <a:pt x="19701" y="17828"/>
                  <a:pt x="19735" y="17916"/>
                  <a:pt x="19773" y="17992"/>
                </a:cubicBezTo>
                <a:cubicBezTo>
                  <a:pt x="19785" y="18016"/>
                  <a:pt x="19797" y="18062"/>
                  <a:pt x="19797" y="18095"/>
                </a:cubicBezTo>
                <a:cubicBezTo>
                  <a:pt x="19797" y="18129"/>
                  <a:pt x="19809" y="18164"/>
                  <a:pt x="19823" y="18173"/>
                </a:cubicBezTo>
                <a:cubicBezTo>
                  <a:pt x="19836" y="18181"/>
                  <a:pt x="19846" y="18210"/>
                  <a:pt x="19846" y="18237"/>
                </a:cubicBezTo>
                <a:cubicBezTo>
                  <a:pt x="19846" y="18284"/>
                  <a:pt x="19856" y="18309"/>
                  <a:pt x="19919" y="18428"/>
                </a:cubicBezTo>
                <a:cubicBezTo>
                  <a:pt x="19935" y="18459"/>
                  <a:pt x="19947" y="18511"/>
                  <a:pt x="19947" y="18544"/>
                </a:cubicBezTo>
                <a:cubicBezTo>
                  <a:pt x="19947" y="18578"/>
                  <a:pt x="19957" y="18613"/>
                  <a:pt x="19971" y="18622"/>
                </a:cubicBezTo>
                <a:cubicBezTo>
                  <a:pt x="19984" y="18630"/>
                  <a:pt x="19996" y="18666"/>
                  <a:pt x="19996" y="18704"/>
                </a:cubicBezTo>
                <a:cubicBezTo>
                  <a:pt x="19996" y="18742"/>
                  <a:pt x="20004" y="18781"/>
                  <a:pt x="20012" y="18789"/>
                </a:cubicBezTo>
                <a:cubicBezTo>
                  <a:pt x="20029" y="18807"/>
                  <a:pt x="20131" y="19082"/>
                  <a:pt x="20189" y="19269"/>
                </a:cubicBezTo>
                <a:cubicBezTo>
                  <a:pt x="20210" y="19338"/>
                  <a:pt x="20236" y="19413"/>
                  <a:pt x="20248" y="19437"/>
                </a:cubicBezTo>
                <a:cubicBezTo>
                  <a:pt x="20261" y="19461"/>
                  <a:pt x="20272" y="19500"/>
                  <a:pt x="20272" y="19527"/>
                </a:cubicBezTo>
                <a:cubicBezTo>
                  <a:pt x="20272" y="19554"/>
                  <a:pt x="20284" y="19583"/>
                  <a:pt x="20298" y="19592"/>
                </a:cubicBezTo>
                <a:cubicBezTo>
                  <a:pt x="20311" y="19600"/>
                  <a:pt x="20321" y="19640"/>
                  <a:pt x="20321" y="19679"/>
                </a:cubicBezTo>
                <a:cubicBezTo>
                  <a:pt x="20321" y="19719"/>
                  <a:pt x="20333" y="19759"/>
                  <a:pt x="20347" y="19767"/>
                </a:cubicBezTo>
                <a:cubicBezTo>
                  <a:pt x="20361" y="19776"/>
                  <a:pt x="20373" y="19802"/>
                  <a:pt x="20373" y="19829"/>
                </a:cubicBezTo>
                <a:cubicBezTo>
                  <a:pt x="20373" y="19856"/>
                  <a:pt x="20382" y="19898"/>
                  <a:pt x="20394" y="19922"/>
                </a:cubicBezTo>
                <a:cubicBezTo>
                  <a:pt x="20447" y="20027"/>
                  <a:pt x="20497" y="20156"/>
                  <a:pt x="20497" y="20190"/>
                </a:cubicBezTo>
                <a:cubicBezTo>
                  <a:pt x="20497" y="20210"/>
                  <a:pt x="20506" y="20246"/>
                  <a:pt x="20518" y="20270"/>
                </a:cubicBezTo>
                <a:cubicBezTo>
                  <a:pt x="20552" y="20337"/>
                  <a:pt x="20578" y="20404"/>
                  <a:pt x="20690" y="20724"/>
                </a:cubicBezTo>
                <a:cubicBezTo>
                  <a:pt x="20711" y="20786"/>
                  <a:pt x="20740" y="20855"/>
                  <a:pt x="20752" y="20879"/>
                </a:cubicBezTo>
                <a:cubicBezTo>
                  <a:pt x="20764" y="20903"/>
                  <a:pt x="20773" y="20946"/>
                  <a:pt x="20773" y="20974"/>
                </a:cubicBezTo>
                <a:cubicBezTo>
                  <a:pt x="20773" y="21050"/>
                  <a:pt x="20846" y="21162"/>
                  <a:pt x="20915" y="21194"/>
                </a:cubicBezTo>
                <a:cubicBezTo>
                  <a:pt x="20991" y="21228"/>
                  <a:pt x="21236" y="21230"/>
                  <a:pt x="21299" y="21196"/>
                </a:cubicBezTo>
                <a:cubicBezTo>
                  <a:pt x="21335" y="21178"/>
                  <a:pt x="21349" y="21143"/>
                  <a:pt x="21349" y="21072"/>
                </a:cubicBezTo>
                <a:cubicBezTo>
                  <a:pt x="21349" y="21019"/>
                  <a:pt x="21337" y="20970"/>
                  <a:pt x="21323" y="20961"/>
                </a:cubicBezTo>
                <a:cubicBezTo>
                  <a:pt x="21309" y="20953"/>
                  <a:pt x="21297" y="20913"/>
                  <a:pt x="21297" y="20874"/>
                </a:cubicBezTo>
                <a:cubicBezTo>
                  <a:pt x="21297" y="20834"/>
                  <a:pt x="21287" y="20795"/>
                  <a:pt x="21274" y="20786"/>
                </a:cubicBezTo>
                <a:cubicBezTo>
                  <a:pt x="21260" y="20778"/>
                  <a:pt x="21248" y="20742"/>
                  <a:pt x="21248" y="20709"/>
                </a:cubicBezTo>
                <a:cubicBezTo>
                  <a:pt x="21248" y="20675"/>
                  <a:pt x="21235" y="20628"/>
                  <a:pt x="21222" y="20600"/>
                </a:cubicBezTo>
                <a:cubicBezTo>
                  <a:pt x="21208" y="20573"/>
                  <a:pt x="21186" y="20527"/>
                  <a:pt x="21172" y="20500"/>
                </a:cubicBezTo>
                <a:cubicBezTo>
                  <a:pt x="21159" y="20473"/>
                  <a:pt x="21149" y="20437"/>
                  <a:pt x="21149" y="20420"/>
                </a:cubicBezTo>
                <a:cubicBezTo>
                  <a:pt x="21149" y="20402"/>
                  <a:pt x="21133" y="20361"/>
                  <a:pt x="21115" y="20327"/>
                </a:cubicBezTo>
                <a:cubicBezTo>
                  <a:pt x="21098" y="20293"/>
                  <a:pt x="21069" y="20213"/>
                  <a:pt x="21050" y="20151"/>
                </a:cubicBezTo>
                <a:cubicBezTo>
                  <a:pt x="21032" y="20090"/>
                  <a:pt x="21009" y="20016"/>
                  <a:pt x="20998" y="19989"/>
                </a:cubicBezTo>
                <a:cubicBezTo>
                  <a:pt x="20941" y="19841"/>
                  <a:pt x="20849" y="19579"/>
                  <a:pt x="20822" y="19481"/>
                </a:cubicBezTo>
                <a:cubicBezTo>
                  <a:pt x="20790" y="19365"/>
                  <a:pt x="20759" y="19275"/>
                  <a:pt x="20721" y="19199"/>
                </a:cubicBezTo>
                <a:cubicBezTo>
                  <a:pt x="20709" y="19176"/>
                  <a:pt x="20697" y="19136"/>
                  <a:pt x="20697" y="19109"/>
                </a:cubicBezTo>
                <a:cubicBezTo>
                  <a:pt x="20697" y="19082"/>
                  <a:pt x="20685" y="19053"/>
                  <a:pt x="20671" y="19045"/>
                </a:cubicBezTo>
                <a:cubicBezTo>
                  <a:pt x="20658" y="19036"/>
                  <a:pt x="20648" y="19003"/>
                  <a:pt x="20648" y="18970"/>
                </a:cubicBezTo>
                <a:cubicBezTo>
                  <a:pt x="20648" y="18937"/>
                  <a:pt x="20636" y="18904"/>
                  <a:pt x="20622" y="18895"/>
                </a:cubicBezTo>
                <a:cubicBezTo>
                  <a:pt x="20608" y="18887"/>
                  <a:pt x="20596" y="18854"/>
                  <a:pt x="20596" y="18823"/>
                </a:cubicBezTo>
                <a:cubicBezTo>
                  <a:pt x="20596" y="18792"/>
                  <a:pt x="20587" y="18758"/>
                  <a:pt x="20575" y="18745"/>
                </a:cubicBezTo>
                <a:cubicBezTo>
                  <a:pt x="20563" y="18732"/>
                  <a:pt x="20535" y="18658"/>
                  <a:pt x="20510" y="18583"/>
                </a:cubicBezTo>
                <a:cubicBezTo>
                  <a:pt x="20461" y="18430"/>
                  <a:pt x="20426" y="18342"/>
                  <a:pt x="20394" y="18279"/>
                </a:cubicBezTo>
                <a:cubicBezTo>
                  <a:pt x="20381" y="18255"/>
                  <a:pt x="20373" y="18213"/>
                  <a:pt x="20373" y="18186"/>
                </a:cubicBezTo>
                <a:cubicBezTo>
                  <a:pt x="20373" y="18158"/>
                  <a:pt x="20360" y="18110"/>
                  <a:pt x="20344" y="18080"/>
                </a:cubicBezTo>
                <a:cubicBezTo>
                  <a:pt x="20282" y="17960"/>
                  <a:pt x="20272" y="17935"/>
                  <a:pt x="20272" y="17886"/>
                </a:cubicBezTo>
                <a:cubicBezTo>
                  <a:pt x="20272" y="17859"/>
                  <a:pt x="20261" y="17817"/>
                  <a:pt x="20248" y="17794"/>
                </a:cubicBezTo>
                <a:cubicBezTo>
                  <a:pt x="20202" y="17707"/>
                  <a:pt x="20147" y="17568"/>
                  <a:pt x="20147" y="17541"/>
                </a:cubicBezTo>
                <a:cubicBezTo>
                  <a:pt x="20147" y="17525"/>
                  <a:pt x="20135" y="17491"/>
                  <a:pt x="20121" y="17463"/>
                </a:cubicBezTo>
                <a:cubicBezTo>
                  <a:pt x="20107" y="17436"/>
                  <a:pt x="20086" y="17392"/>
                  <a:pt x="20072" y="17365"/>
                </a:cubicBezTo>
                <a:cubicBezTo>
                  <a:pt x="20058" y="17338"/>
                  <a:pt x="20046" y="17292"/>
                  <a:pt x="20046" y="17265"/>
                </a:cubicBezTo>
                <a:cubicBezTo>
                  <a:pt x="20046" y="17237"/>
                  <a:pt x="20037" y="17196"/>
                  <a:pt x="20025" y="17172"/>
                </a:cubicBezTo>
                <a:cubicBezTo>
                  <a:pt x="20013" y="17148"/>
                  <a:pt x="19988" y="17079"/>
                  <a:pt x="19971" y="17017"/>
                </a:cubicBezTo>
                <a:cubicBezTo>
                  <a:pt x="19953" y="16955"/>
                  <a:pt x="19927" y="16893"/>
                  <a:pt x="19916" y="16880"/>
                </a:cubicBezTo>
                <a:cubicBezTo>
                  <a:pt x="19905" y="16867"/>
                  <a:pt x="19895" y="16829"/>
                  <a:pt x="19895" y="16798"/>
                </a:cubicBezTo>
                <a:cubicBezTo>
                  <a:pt x="19895" y="16766"/>
                  <a:pt x="19886" y="16719"/>
                  <a:pt x="19872" y="16692"/>
                </a:cubicBezTo>
                <a:cubicBezTo>
                  <a:pt x="19811" y="16572"/>
                  <a:pt x="19803" y="16548"/>
                  <a:pt x="19786" y="16473"/>
                </a:cubicBezTo>
                <a:cubicBezTo>
                  <a:pt x="19777" y="16429"/>
                  <a:pt x="19757" y="16388"/>
                  <a:pt x="19745" y="16380"/>
                </a:cubicBezTo>
                <a:cubicBezTo>
                  <a:pt x="19732" y="16372"/>
                  <a:pt x="19721" y="16340"/>
                  <a:pt x="19721" y="16308"/>
                </a:cubicBezTo>
                <a:cubicBezTo>
                  <a:pt x="19721" y="16275"/>
                  <a:pt x="19709" y="16241"/>
                  <a:pt x="19695" y="16233"/>
                </a:cubicBezTo>
                <a:cubicBezTo>
                  <a:pt x="19682" y="16224"/>
                  <a:pt x="19672" y="16192"/>
                  <a:pt x="19672" y="16161"/>
                </a:cubicBezTo>
                <a:cubicBezTo>
                  <a:pt x="19672" y="16129"/>
                  <a:pt x="19665" y="16097"/>
                  <a:pt x="19656" y="16088"/>
                </a:cubicBezTo>
                <a:cubicBezTo>
                  <a:pt x="19643" y="16075"/>
                  <a:pt x="19554" y="15818"/>
                  <a:pt x="19470" y="15547"/>
                </a:cubicBezTo>
                <a:cubicBezTo>
                  <a:pt x="19441" y="15455"/>
                  <a:pt x="19405" y="15366"/>
                  <a:pt x="19368" y="15294"/>
                </a:cubicBezTo>
                <a:cubicBezTo>
                  <a:pt x="19356" y="15270"/>
                  <a:pt x="19345" y="15228"/>
                  <a:pt x="19345" y="15201"/>
                </a:cubicBezTo>
                <a:cubicBezTo>
                  <a:pt x="19345" y="15174"/>
                  <a:pt x="19335" y="15145"/>
                  <a:pt x="19322" y="15136"/>
                </a:cubicBezTo>
                <a:cubicBezTo>
                  <a:pt x="19308" y="15128"/>
                  <a:pt x="19296" y="15095"/>
                  <a:pt x="19296" y="15062"/>
                </a:cubicBezTo>
                <a:cubicBezTo>
                  <a:pt x="19296" y="15028"/>
                  <a:pt x="19287" y="14980"/>
                  <a:pt x="19275" y="14956"/>
                </a:cubicBezTo>
                <a:cubicBezTo>
                  <a:pt x="19236" y="14880"/>
                  <a:pt x="19202" y="14792"/>
                  <a:pt x="19158" y="14651"/>
                </a:cubicBezTo>
                <a:cubicBezTo>
                  <a:pt x="19134" y="14576"/>
                  <a:pt x="19106" y="14493"/>
                  <a:pt x="19096" y="14466"/>
                </a:cubicBezTo>
                <a:cubicBezTo>
                  <a:pt x="19086" y="14438"/>
                  <a:pt x="19062" y="14365"/>
                  <a:pt x="19044" y="14303"/>
                </a:cubicBezTo>
                <a:cubicBezTo>
                  <a:pt x="19026" y="14242"/>
                  <a:pt x="19003" y="14179"/>
                  <a:pt x="18992" y="14166"/>
                </a:cubicBezTo>
                <a:cubicBezTo>
                  <a:pt x="18981" y="14153"/>
                  <a:pt x="18971" y="14118"/>
                  <a:pt x="18971" y="14086"/>
                </a:cubicBezTo>
                <a:cubicBezTo>
                  <a:pt x="18971" y="14055"/>
                  <a:pt x="18959" y="14004"/>
                  <a:pt x="18943" y="13973"/>
                </a:cubicBezTo>
                <a:cubicBezTo>
                  <a:pt x="18880" y="13853"/>
                  <a:pt x="18870" y="13828"/>
                  <a:pt x="18870" y="13779"/>
                </a:cubicBezTo>
                <a:cubicBezTo>
                  <a:pt x="18870" y="13752"/>
                  <a:pt x="18861" y="13710"/>
                  <a:pt x="18849" y="13687"/>
                </a:cubicBezTo>
                <a:cubicBezTo>
                  <a:pt x="18796" y="13584"/>
                  <a:pt x="18747" y="13461"/>
                  <a:pt x="18719" y="13356"/>
                </a:cubicBezTo>
                <a:cubicBezTo>
                  <a:pt x="18703" y="13295"/>
                  <a:pt x="18680" y="13225"/>
                  <a:pt x="18668" y="13202"/>
                </a:cubicBezTo>
                <a:cubicBezTo>
                  <a:pt x="18655" y="13178"/>
                  <a:pt x="18644" y="13142"/>
                  <a:pt x="18644" y="13122"/>
                </a:cubicBezTo>
                <a:cubicBezTo>
                  <a:pt x="18644" y="13101"/>
                  <a:pt x="18628" y="13042"/>
                  <a:pt x="18605" y="12990"/>
                </a:cubicBezTo>
                <a:cubicBezTo>
                  <a:pt x="18547" y="12856"/>
                  <a:pt x="18531" y="12812"/>
                  <a:pt x="18496" y="12686"/>
                </a:cubicBezTo>
                <a:cubicBezTo>
                  <a:pt x="18479" y="12624"/>
                  <a:pt x="18456" y="12550"/>
                  <a:pt x="18444" y="12523"/>
                </a:cubicBezTo>
                <a:cubicBezTo>
                  <a:pt x="18433" y="12496"/>
                  <a:pt x="18410" y="12428"/>
                  <a:pt x="18392" y="12373"/>
                </a:cubicBezTo>
                <a:cubicBezTo>
                  <a:pt x="18375" y="12319"/>
                  <a:pt x="18351" y="12265"/>
                  <a:pt x="18341" y="12252"/>
                </a:cubicBezTo>
                <a:cubicBezTo>
                  <a:pt x="18330" y="12239"/>
                  <a:pt x="18320" y="12203"/>
                  <a:pt x="18320" y="12172"/>
                </a:cubicBezTo>
                <a:cubicBezTo>
                  <a:pt x="18320" y="12142"/>
                  <a:pt x="18308" y="12108"/>
                  <a:pt x="18294" y="12100"/>
                </a:cubicBezTo>
                <a:cubicBezTo>
                  <a:pt x="18280" y="12092"/>
                  <a:pt x="18270" y="12060"/>
                  <a:pt x="18270" y="12030"/>
                </a:cubicBezTo>
                <a:cubicBezTo>
                  <a:pt x="18270" y="12000"/>
                  <a:pt x="18233" y="11881"/>
                  <a:pt x="18190" y="11765"/>
                </a:cubicBezTo>
                <a:cubicBezTo>
                  <a:pt x="18147" y="11648"/>
                  <a:pt x="18111" y="11513"/>
                  <a:pt x="18109" y="11465"/>
                </a:cubicBezTo>
                <a:lnTo>
                  <a:pt x="18107" y="11378"/>
                </a:lnTo>
                <a:lnTo>
                  <a:pt x="18520" y="11360"/>
                </a:lnTo>
                <a:cubicBezTo>
                  <a:pt x="19705" y="11308"/>
                  <a:pt x="19727" y="11307"/>
                  <a:pt x="19833" y="11249"/>
                </a:cubicBezTo>
                <a:cubicBezTo>
                  <a:pt x="19949" y="11185"/>
                  <a:pt x="20109" y="11170"/>
                  <a:pt x="20835" y="11153"/>
                </a:cubicBezTo>
                <a:cubicBezTo>
                  <a:pt x="21096" y="11147"/>
                  <a:pt x="21334" y="11137"/>
                  <a:pt x="21364" y="11130"/>
                </a:cubicBezTo>
                <a:cubicBezTo>
                  <a:pt x="21474" y="11105"/>
                  <a:pt x="21499" y="11052"/>
                  <a:pt x="21499" y="10833"/>
                </a:cubicBezTo>
                <a:cubicBezTo>
                  <a:pt x="21499" y="10497"/>
                  <a:pt x="21600" y="10524"/>
                  <a:pt x="20246" y="10508"/>
                </a:cubicBezTo>
                <a:cubicBezTo>
                  <a:pt x="18086" y="10483"/>
                  <a:pt x="17765" y="10473"/>
                  <a:pt x="17715" y="10428"/>
                </a:cubicBezTo>
                <a:cubicBezTo>
                  <a:pt x="17675" y="10393"/>
                  <a:pt x="17668" y="10342"/>
                  <a:pt x="17668" y="9982"/>
                </a:cubicBezTo>
                <a:cubicBezTo>
                  <a:pt x="17668" y="9758"/>
                  <a:pt x="17679" y="9554"/>
                  <a:pt x="17692" y="9531"/>
                </a:cubicBezTo>
                <a:cubicBezTo>
                  <a:pt x="17704" y="9507"/>
                  <a:pt x="17720" y="9467"/>
                  <a:pt x="17728" y="9443"/>
                </a:cubicBezTo>
                <a:cubicBezTo>
                  <a:pt x="17739" y="9406"/>
                  <a:pt x="17774" y="9399"/>
                  <a:pt x="17951" y="9399"/>
                </a:cubicBezTo>
                <a:cubicBezTo>
                  <a:pt x="18081" y="9399"/>
                  <a:pt x="18174" y="9387"/>
                  <a:pt x="18198" y="9368"/>
                </a:cubicBezTo>
                <a:cubicBezTo>
                  <a:pt x="18281" y="9301"/>
                  <a:pt x="18320" y="9212"/>
                  <a:pt x="18320" y="9084"/>
                </a:cubicBezTo>
                <a:cubicBezTo>
                  <a:pt x="18320" y="9013"/>
                  <a:pt x="18332" y="8948"/>
                  <a:pt x="18346" y="8940"/>
                </a:cubicBezTo>
                <a:cubicBezTo>
                  <a:pt x="18359" y="8931"/>
                  <a:pt x="18369" y="8870"/>
                  <a:pt x="18369" y="8803"/>
                </a:cubicBezTo>
                <a:cubicBezTo>
                  <a:pt x="18369" y="8736"/>
                  <a:pt x="18381" y="8675"/>
                  <a:pt x="18395" y="8666"/>
                </a:cubicBezTo>
                <a:cubicBezTo>
                  <a:pt x="18409" y="8658"/>
                  <a:pt x="18421" y="8596"/>
                  <a:pt x="18421" y="8530"/>
                </a:cubicBezTo>
                <a:cubicBezTo>
                  <a:pt x="18421" y="8463"/>
                  <a:pt x="18431" y="8401"/>
                  <a:pt x="18444" y="8393"/>
                </a:cubicBezTo>
                <a:cubicBezTo>
                  <a:pt x="18458" y="8384"/>
                  <a:pt x="18470" y="8317"/>
                  <a:pt x="18470" y="8243"/>
                </a:cubicBezTo>
                <a:cubicBezTo>
                  <a:pt x="18470" y="8170"/>
                  <a:pt x="18482" y="8102"/>
                  <a:pt x="18496" y="8094"/>
                </a:cubicBezTo>
                <a:cubicBezTo>
                  <a:pt x="18510" y="8085"/>
                  <a:pt x="18520" y="8032"/>
                  <a:pt x="18520" y="7978"/>
                </a:cubicBezTo>
                <a:cubicBezTo>
                  <a:pt x="18520" y="7923"/>
                  <a:pt x="18532" y="7859"/>
                  <a:pt x="18546" y="7833"/>
                </a:cubicBezTo>
                <a:cubicBezTo>
                  <a:pt x="18572" y="7783"/>
                  <a:pt x="18615" y="7554"/>
                  <a:pt x="18636" y="7348"/>
                </a:cubicBezTo>
                <a:cubicBezTo>
                  <a:pt x="18644" y="7280"/>
                  <a:pt x="18660" y="7211"/>
                  <a:pt x="18673" y="7198"/>
                </a:cubicBezTo>
                <a:cubicBezTo>
                  <a:pt x="18685" y="7185"/>
                  <a:pt x="18696" y="7115"/>
                  <a:pt x="18696" y="7044"/>
                </a:cubicBezTo>
                <a:cubicBezTo>
                  <a:pt x="18696" y="6972"/>
                  <a:pt x="18706" y="6908"/>
                  <a:pt x="18719" y="6899"/>
                </a:cubicBezTo>
                <a:cubicBezTo>
                  <a:pt x="18733" y="6891"/>
                  <a:pt x="18745" y="6835"/>
                  <a:pt x="18745" y="6778"/>
                </a:cubicBezTo>
                <a:cubicBezTo>
                  <a:pt x="18746" y="6721"/>
                  <a:pt x="18762" y="6647"/>
                  <a:pt x="18782" y="6613"/>
                </a:cubicBezTo>
                <a:cubicBezTo>
                  <a:pt x="18804" y="6573"/>
                  <a:pt x="18820" y="6476"/>
                  <a:pt x="18821" y="6347"/>
                </a:cubicBezTo>
                <a:cubicBezTo>
                  <a:pt x="18822" y="6070"/>
                  <a:pt x="18734" y="5874"/>
                  <a:pt x="18538" y="5707"/>
                </a:cubicBezTo>
                <a:cubicBezTo>
                  <a:pt x="18328" y="5529"/>
                  <a:pt x="18256" y="5516"/>
                  <a:pt x="17383" y="5516"/>
                </a:cubicBezTo>
                <a:lnTo>
                  <a:pt x="16646" y="5516"/>
                </a:lnTo>
                <a:lnTo>
                  <a:pt x="16594" y="5444"/>
                </a:lnTo>
                <a:cubicBezTo>
                  <a:pt x="16565" y="5404"/>
                  <a:pt x="16542" y="5362"/>
                  <a:pt x="16542" y="5349"/>
                </a:cubicBezTo>
                <a:cubicBezTo>
                  <a:pt x="16542" y="5307"/>
                  <a:pt x="16167" y="5012"/>
                  <a:pt x="16072" y="4980"/>
                </a:cubicBezTo>
                <a:cubicBezTo>
                  <a:pt x="15968" y="4944"/>
                  <a:pt x="15896" y="4846"/>
                  <a:pt x="15893" y="4732"/>
                </a:cubicBezTo>
                <a:cubicBezTo>
                  <a:pt x="15892" y="4690"/>
                  <a:pt x="15877" y="4635"/>
                  <a:pt x="15857" y="4608"/>
                </a:cubicBezTo>
                <a:cubicBezTo>
                  <a:pt x="15836" y="4582"/>
                  <a:pt x="15818" y="4517"/>
                  <a:pt x="15818" y="4466"/>
                </a:cubicBezTo>
                <a:cubicBezTo>
                  <a:pt x="15817" y="4416"/>
                  <a:pt x="15805" y="4369"/>
                  <a:pt x="15792" y="4361"/>
                </a:cubicBezTo>
                <a:cubicBezTo>
                  <a:pt x="15778" y="4352"/>
                  <a:pt x="15768" y="4285"/>
                  <a:pt x="15768" y="4211"/>
                </a:cubicBezTo>
                <a:cubicBezTo>
                  <a:pt x="15768" y="4137"/>
                  <a:pt x="15756" y="4070"/>
                  <a:pt x="15742" y="4061"/>
                </a:cubicBezTo>
                <a:cubicBezTo>
                  <a:pt x="15729" y="4053"/>
                  <a:pt x="15716" y="3985"/>
                  <a:pt x="15716" y="3912"/>
                </a:cubicBezTo>
                <a:cubicBezTo>
                  <a:pt x="15716" y="3838"/>
                  <a:pt x="15707" y="3771"/>
                  <a:pt x="15693" y="3762"/>
                </a:cubicBezTo>
                <a:cubicBezTo>
                  <a:pt x="15679" y="3754"/>
                  <a:pt x="15667" y="3677"/>
                  <a:pt x="15667" y="3592"/>
                </a:cubicBezTo>
                <a:cubicBezTo>
                  <a:pt x="15667" y="3506"/>
                  <a:pt x="15657" y="3427"/>
                  <a:pt x="15644" y="3414"/>
                </a:cubicBezTo>
                <a:cubicBezTo>
                  <a:pt x="15616" y="3386"/>
                  <a:pt x="15595" y="3020"/>
                  <a:pt x="15579" y="2281"/>
                </a:cubicBezTo>
                <a:cubicBezTo>
                  <a:pt x="15572" y="1987"/>
                  <a:pt x="15555" y="1726"/>
                  <a:pt x="15542" y="1698"/>
                </a:cubicBezTo>
                <a:cubicBezTo>
                  <a:pt x="15530" y="1671"/>
                  <a:pt x="15515" y="1603"/>
                  <a:pt x="15509" y="1549"/>
                </a:cubicBezTo>
                <a:cubicBezTo>
                  <a:pt x="15503" y="1494"/>
                  <a:pt x="15487" y="1414"/>
                  <a:pt x="15472" y="1373"/>
                </a:cubicBezTo>
                <a:cubicBezTo>
                  <a:pt x="15458" y="1332"/>
                  <a:pt x="15434" y="1255"/>
                  <a:pt x="15418" y="1200"/>
                </a:cubicBezTo>
                <a:cubicBezTo>
                  <a:pt x="15402" y="1146"/>
                  <a:pt x="15378" y="1078"/>
                  <a:pt x="15366" y="1051"/>
                </a:cubicBezTo>
                <a:cubicBezTo>
                  <a:pt x="15354" y="1023"/>
                  <a:pt x="15340" y="984"/>
                  <a:pt x="15332" y="963"/>
                </a:cubicBezTo>
                <a:cubicBezTo>
                  <a:pt x="15318" y="927"/>
                  <a:pt x="15185" y="701"/>
                  <a:pt x="15148" y="651"/>
                </a:cubicBezTo>
                <a:cubicBezTo>
                  <a:pt x="15077" y="556"/>
                  <a:pt x="14767" y="352"/>
                  <a:pt x="14657" y="329"/>
                </a:cubicBezTo>
                <a:cubicBezTo>
                  <a:pt x="14642" y="325"/>
                  <a:pt x="14611" y="316"/>
                  <a:pt x="14590" y="308"/>
                </a:cubicBezTo>
                <a:cubicBezTo>
                  <a:pt x="14548" y="292"/>
                  <a:pt x="14428" y="273"/>
                  <a:pt x="14203" y="246"/>
                </a:cubicBezTo>
                <a:cubicBezTo>
                  <a:pt x="14093" y="233"/>
                  <a:pt x="14009" y="203"/>
                  <a:pt x="13889" y="130"/>
                </a:cubicBezTo>
                <a:cubicBezTo>
                  <a:pt x="13734" y="35"/>
                  <a:pt x="13719" y="30"/>
                  <a:pt x="13528" y="32"/>
                </a:cubicBezTo>
                <a:cubicBezTo>
                  <a:pt x="13377" y="33"/>
                  <a:pt x="13282" y="51"/>
                  <a:pt x="13144" y="101"/>
                </a:cubicBezTo>
                <a:cubicBezTo>
                  <a:pt x="12910" y="186"/>
                  <a:pt x="12813" y="185"/>
                  <a:pt x="12591" y="94"/>
                </a:cubicBezTo>
                <a:cubicBezTo>
                  <a:pt x="12467" y="43"/>
                  <a:pt x="12386" y="13"/>
                  <a:pt x="12316" y="3"/>
                </a:cubicBezTo>
                <a:close/>
                <a:moveTo>
                  <a:pt x="11696" y="8604"/>
                </a:moveTo>
                <a:lnTo>
                  <a:pt x="11810" y="8687"/>
                </a:lnTo>
                <a:cubicBezTo>
                  <a:pt x="11920" y="8766"/>
                  <a:pt x="11925" y="8775"/>
                  <a:pt x="11932" y="8911"/>
                </a:cubicBezTo>
                <a:cubicBezTo>
                  <a:pt x="11944" y="9132"/>
                  <a:pt x="11913" y="9158"/>
                  <a:pt x="11644" y="9167"/>
                </a:cubicBezTo>
                <a:cubicBezTo>
                  <a:pt x="11523" y="9171"/>
                  <a:pt x="11401" y="9180"/>
                  <a:pt x="11371" y="9187"/>
                </a:cubicBezTo>
                <a:cubicBezTo>
                  <a:pt x="11288" y="9207"/>
                  <a:pt x="11275" y="9156"/>
                  <a:pt x="11345" y="9082"/>
                </a:cubicBezTo>
                <a:cubicBezTo>
                  <a:pt x="11380" y="9045"/>
                  <a:pt x="11429" y="8981"/>
                  <a:pt x="11454" y="8940"/>
                </a:cubicBezTo>
                <a:cubicBezTo>
                  <a:pt x="11480" y="8899"/>
                  <a:pt x="11543" y="8807"/>
                  <a:pt x="11597" y="8736"/>
                </a:cubicBezTo>
                <a:lnTo>
                  <a:pt x="11696" y="8604"/>
                </a:lnTo>
                <a:close/>
                <a:moveTo>
                  <a:pt x="6533" y="11342"/>
                </a:moveTo>
                <a:cubicBezTo>
                  <a:pt x="7038" y="11336"/>
                  <a:pt x="9249" y="11374"/>
                  <a:pt x="9264" y="11388"/>
                </a:cubicBezTo>
                <a:cubicBezTo>
                  <a:pt x="9273" y="11397"/>
                  <a:pt x="9168" y="11522"/>
                  <a:pt x="9027" y="11667"/>
                </a:cubicBezTo>
                <a:cubicBezTo>
                  <a:pt x="8707" y="11998"/>
                  <a:pt x="8493" y="12231"/>
                  <a:pt x="8397" y="12353"/>
                </a:cubicBezTo>
                <a:cubicBezTo>
                  <a:pt x="8355" y="12405"/>
                  <a:pt x="8293" y="12475"/>
                  <a:pt x="8257" y="12510"/>
                </a:cubicBezTo>
                <a:cubicBezTo>
                  <a:pt x="8175" y="12589"/>
                  <a:pt x="7827" y="12998"/>
                  <a:pt x="7709" y="13155"/>
                </a:cubicBezTo>
                <a:cubicBezTo>
                  <a:pt x="7661" y="13219"/>
                  <a:pt x="7547" y="13361"/>
                  <a:pt x="7457" y="13470"/>
                </a:cubicBezTo>
                <a:cubicBezTo>
                  <a:pt x="7186" y="13798"/>
                  <a:pt x="6858" y="14248"/>
                  <a:pt x="6858" y="14293"/>
                </a:cubicBezTo>
                <a:cubicBezTo>
                  <a:pt x="6858" y="14300"/>
                  <a:pt x="6836" y="14336"/>
                  <a:pt x="6811" y="14373"/>
                </a:cubicBezTo>
                <a:cubicBezTo>
                  <a:pt x="6786" y="14409"/>
                  <a:pt x="6753" y="14489"/>
                  <a:pt x="6736" y="14551"/>
                </a:cubicBezTo>
                <a:cubicBezTo>
                  <a:pt x="6718" y="14612"/>
                  <a:pt x="6691" y="14684"/>
                  <a:pt x="6678" y="14708"/>
                </a:cubicBezTo>
                <a:cubicBezTo>
                  <a:pt x="6666" y="14732"/>
                  <a:pt x="6658" y="14852"/>
                  <a:pt x="6658" y="14976"/>
                </a:cubicBezTo>
                <a:cubicBezTo>
                  <a:pt x="6658" y="15199"/>
                  <a:pt x="6632" y="15299"/>
                  <a:pt x="6577" y="15299"/>
                </a:cubicBezTo>
                <a:cubicBezTo>
                  <a:pt x="6522" y="15299"/>
                  <a:pt x="6281" y="15507"/>
                  <a:pt x="6248" y="15583"/>
                </a:cubicBezTo>
                <a:cubicBezTo>
                  <a:pt x="6166" y="15770"/>
                  <a:pt x="6156" y="15806"/>
                  <a:pt x="6157" y="15928"/>
                </a:cubicBezTo>
                <a:cubicBezTo>
                  <a:pt x="6157" y="16090"/>
                  <a:pt x="6211" y="16245"/>
                  <a:pt x="6333" y="16437"/>
                </a:cubicBezTo>
                <a:cubicBezTo>
                  <a:pt x="6362" y="16482"/>
                  <a:pt x="6364" y="16502"/>
                  <a:pt x="6338" y="16542"/>
                </a:cubicBezTo>
                <a:cubicBezTo>
                  <a:pt x="6321" y="16570"/>
                  <a:pt x="6307" y="16613"/>
                  <a:pt x="6307" y="16638"/>
                </a:cubicBezTo>
                <a:cubicBezTo>
                  <a:pt x="6307" y="16663"/>
                  <a:pt x="6297" y="16692"/>
                  <a:pt x="6284" y="16705"/>
                </a:cubicBezTo>
                <a:cubicBezTo>
                  <a:pt x="6271" y="16718"/>
                  <a:pt x="6224" y="16796"/>
                  <a:pt x="6180" y="16878"/>
                </a:cubicBezTo>
                <a:cubicBezTo>
                  <a:pt x="6136" y="16960"/>
                  <a:pt x="6092" y="17037"/>
                  <a:pt x="6081" y="17048"/>
                </a:cubicBezTo>
                <a:cubicBezTo>
                  <a:pt x="6059" y="17073"/>
                  <a:pt x="5980" y="16929"/>
                  <a:pt x="5980" y="16862"/>
                </a:cubicBezTo>
                <a:cubicBezTo>
                  <a:pt x="5980" y="16837"/>
                  <a:pt x="5971" y="16794"/>
                  <a:pt x="5957" y="16767"/>
                </a:cubicBezTo>
                <a:cubicBezTo>
                  <a:pt x="5943" y="16740"/>
                  <a:pt x="5921" y="16696"/>
                  <a:pt x="5908" y="16669"/>
                </a:cubicBezTo>
                <a:cubicBezTo>
                  <a:pt x="5894" y="16642"/>
                  <a:pt x="5882" y="16596"/>
                  <a:pt x="5882" y="16568"/>
                </a:cubicBezTo>
                <a:cubicBezTo>
                  <a:pt x="5882" y="16519"/>
                  <a:pt x="5871" y="16495"/>
                  <a:pt x="5809" y="16375"/>
                </a:cubicBezTo>
                <a:cubicBezTo>
                  <a:pt x="5793" y="16344"/>
                  <a:pt x="5780" y="16302"/>
                  <a:pt x="5780" y="16282"/>
                </a:cubicBezTo>
                <a:cubicBezTo>
                  <a:pt x="5780" y="16261"/>
                  <a:pt x="5756" y="16186"/>
                  <a:pt x="5723" y="16114"/>
                </a:cubicBezTo>
                <a:cubicBezTo>
                  <a:pt x="5691" y="16042"/>
                  <a:pt x="5649" y="15939"/>
                  <a:pt x="5632" y="15884"/>
                </a:cubicBezTo>
                <a:cubicBezTo>
                  <a:pt x="5616" y="15830"/>
                  <a:pt x="5594" y="15762"/>
                  <a:pt x="5583" y="15735"/>
                </a:cubicBezTo>
                <a:cubicBezTo>
                  <a:pt x="5572" y="15707"/>
                  <a:pt x="5545" y="15622"/>
                  <a:pt x="5521" y="15547"/>
                </a:cubicBezTo>
                <a:cubicBezTo>
                  <a:pt x="5497" y="15471"/>
                  <a:pt x="5467" y="15388"/>
                  <a:pt x="5456" y="15361"/>
                </a:cubicBezTo>
                <a:cubicBezTo>
                  <a:pt x="5445" y="15333"/>
                  <a:pt x="5423" y="15266"/>
                  <a:pt x="5407" y="15211"/>
                </a:cubicBezTo>
                <a:cubicBezTo>
                  <a:pt x="5390" y="15156"/>
                  <a:pt x="5369" y="15089"/>
                  <a:pt x="5357" y="15062"/>
                </a:cubicBezTo>
                <a:cubicBezTo>
                  <a:pt x="5319" y="14972"/>
                  <a:pt x="5299" y="14913"/>
                  <a:pt x="5290" y="14863"/>
                </a:cubicBezTo>
                <a:cubicBezTo>
                  <a:pt x="5285" y="14836"/>
                  <a:pt x="5269" y="14804"/>
                  <a:pt x="5256" y="14791"/>
                </a:cubicBezTo>
                <a:cubicBezTo>
                  <a:pt x="5243" y="14777"/>
                  <a:pt x="5230" y="14739"/>
                  <a:pt x="5230" y="14708"/>
                </a:cubicBezTo>
                <a:cubicBezTo>
                  <a:pt x="5230" y="14677"/>
                  <a:pt x="5205" y="14595"/>
                  <a:pt x="5173" y="14522"/>
                </a:cubicBezTo>
                <a:cubicBezTo>
                  <a:pt x="5141" y="14450"/>
                  <a:pt x="5100" y="14339"/>
                  <a:pt x="5082" y="14277"/>
                </a:cubicBezTo>
                <a:cubicBezTo>
                  <a:pt x="5065" y="14216"/>
                  <a:pt x="5040" y="14146"/>
                  <a:pt x="5028" y="14123"/>
                </a:cubicBezTo>
                <a:cubicBezTo>
                  <a:pt x="5015" y="14099"/>
                  <a:pt x="5004" y="14054"/>
                  <a:pt x="5004" y="14022"/>
                </a:cubicBezTo>
                <a:cubicBezTo>
                  <a:pt x="5004" y="13990"/>
                  <a:pt x="4995" y="13955"/>
                  <a:pt x="4984" y="13942"/>
                </a:cubicBezTo>
                <a:cubicBezTo>
                  <a:pt x="4972" y="13929"/>
                  <a:pt x="4949" y="13867"/>
                  <a:pt x="4932" y="13805"/>
                </a:cubicBezTo>
                <a:cubicBezTo>
                  <a:pt x="4914" y="13744"/>
                  <a:pt x="4891" y="13670"/>
                  <a:pt x="4880" y="13643"/>
                </a:cubicBezTo>
                <a:cubicBezTo>
                  <a:pt x="4868" y="13615"/>
                  <a:pt x="4844" y="13548"/>
                  <a:pt x="4828" y="13493"/>
                </a:cubicBezTo>
                <a:cubicBezTo>
                  <a:pt x="4811" y="13438"/>
                  <a:pt x="4791" y="13377"/>
                  <a:pt x="4781" y="13356"/>
                </a:cubicBezTo>
                <a:cubicBezTo>
                  <a:pt x="4772" y="13336"/>
                  <a:pt x="4722" y="13185"/>
                  <a:pt x="4669" y="13021"/>
                </a:cubicBezTo>
                <a:cubicBezTo>
                  <a:pt x="4574" y="12722"/>
                  <a:pt x="4542" y="12635"/>
                  <a:pt x="4501" y="12554"/>
                </a:cubicBezTo>
                <a:cubicBezTo>
                  <a:pt x="4489" y="12530"/>
                  <a:pt x="4480" y="12489"/>
                  <a:pt x="4480" y="12461"/>
                </a:cubicBezTo>
                <a:cubicBezTo>
                  <a:pt x="4480" y="12433"/>
                  <a:pt x="4469" y="12392"/>
                  <a:pt x="4457" y="12368"/>
                </a:cubicBezTo>
                <a:cubicBezTo>
                  <a:pt x="4418" y="12293"/>
                  <a:pt x="4384" y="12204"/>
                  <a:pt x="4340" y="12064"/>
                </a:cubicBezTo>
                <a:cubicBezTo>
                  <a:pt x="4293" y="11915"/>
                  <a:pt x="4275" y="11860"/>
                  <a:pt x="4236" y="11765"/>
                </a:cubicBezTo>
                <a:cubicBezTo>
                  <a:pt x="4183" y="11635"/>
                  <a:pt x="4150" y="11498"/>
                  <a:pt x="4158" y="11440"/>
                </a:cubicBezTo>
                <a:lnTo>
                  <a:pt x="4166" y="11378"/>
                </a:lnTo>
                <a:lnTo>
                  <a:pt x="5269" y="11360"/>
                </a:lnTo>
                <a:cubicBezTo>
                  <a:pt x="5875" y="11349"/>
                  <a:pt x="6444" y="11342"/>
                  <a:pt x="6533" y="11342"/>
                </a:cubicBezTo>
                <a:close/>
              </a:path>
            </a:pathLst>
          </a:cu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4855259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0" y="0"/>
            <a:ext cx="3771900" cy="5143500"/>
          </a:xfrm>
          <a:prstGeom prst="rect">
            <a:avLst/>
          </a:prstGeom>
          <a:solidFill>
            <a:srgbClr val="F0DED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64" name="i.jpeg" descr="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33" y="335550"/>
            <a:ext cx="7950934" cy="4472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322</Words>
  <Application>Microsoft Office PowerPoint</Application>
  <PresentationFormat>Экран (16:9)</PresentationFormat>
  <Paragraphs>44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Helvetica</vt:lpstr>
      <vt:lpstr>Helvetica Neue</vt:lpstr>
      <vt:lpstr>Playfair Display Semi Bold</vt:lpstr>
      <vt:lpstr>Public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Варвара</dc:creator>
  <cp:lastModifiedBy>Варвара</cp:lastModifiedBy>
  <cp:revision>2</cp:revision>
  <dcterms:modified xsi:type="dcterms:W3CDTF">2026-06-05T11:39:37Z</dcterms:modified>
</cp:coreProperties>
</file>